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B4294-8F53-AEE7-1A12-5902E18B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8C99D1-3976-28EA-9436-B35C9CEB6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D3189-0BC1-469E-2B1B-F2E4F313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48858-2D64-275A-1454-7528CDE8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3824B-2814-76B4-3DB5-A4530AD2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2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33158-7FC3-B24B-3014-6304D3A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3F02A-995C-D3DB-A042-34BB9D90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F31CE-9627-0A1C-D98B-6A7A10C4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4547B-9C1B-3D4D-E996-400C46A4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97EE7-062B-FCA8-A79B-AEBB92A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DE33-F0DD-517F-6ED2-5E1E953A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90729-533F-99D3-D721-3DE8772E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281BE-1BED-864B-F0CE-07DC205B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A0E5D-9223-FD24-F811-EB685BA3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D2405-2851-1A34-DDEC-40521AED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D4069-79D9-319B-ECE3-1EF8E0F1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45826-8BE3-67FF-3FE5-DDD159A56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BEB693-6BCA-EA3D-6BC3-B7E401004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8940E4-5805-6376-1884-DFC1283E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93458-E6F0-AB1F-8AE9-5DC48989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489485-2754-9327-6103-DBDC6ED7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66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2233-A106-4F83-520B-C8A9130B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8226F-D2AF-6D7D-486D-FF743A00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AD70-2A81-0631-716F-D5199EF1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5F8A17-B110-FF91-B1C2-89D25197F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83BC53-6439-BF20-E56B-1FF87242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E3525-AEE0-16BA-876A-0CB82E00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FDF5D0-EB27-D1FC-F1A1-AE6291BD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9B70BA-A4F6-1310-4A10-3EFB24F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5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7D6C1-F3F5-FCCC-BBA5-652FFEC4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AF1B27-D170-7070-42DF-54BAD094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33E71-BE2B-21A4-2C4C-E9C8C400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385B49-333A-D1C0-4220-AFDA8F1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8EB595-3D84-DBF5-ED64-D4D5AE1D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3A457A-3FDC-C9E8-1FEA-C839B138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3F0C5-C638-C370-4551-33552CD2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2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E1F2-C005-8741-4BD3-D292B47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4F732-6E62-A2A1-4724-59AD0261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CD13E8-E33D-46A7-650C-C3B9D2E56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7AB090-873C-C76F-50F2-F5F8EBBB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5BC76D-D70E-E929-3501-5F89759B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6FA23-2F35-501C-1BD4-F8A82478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2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8F291-B380-9BD6-7D0E-49F8699F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00F86B-E28B-1EBE-7579-28BD51785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E7440-8051-82FD-334B-845A27142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3609D-0856-D09F-9239-F42090B7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683B9-2C8A-938C-D49A-C743B6E2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46241-8F50-BC37-A2DB-8986FEA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8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EAC2-4FAA-9563-8E05-E52338DD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891009-9B57-E739-8001-F31301C5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0307D-4282-DC85-97E1-940BB773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82D3C-4EB3-73B2-CB43-5493885C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7103B-CD22-BA6A-8532-A31E24D2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8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192BFC-4F0A-DAEC-7947-F2060264A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F1BFE-6F67-85CA-EB95-763EDEDCC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7FB2C-3D84-3178-BCA7-52443B73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A6DAC-26BE-6DFA-6279-F2F0E30A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DDAA9-333B-61ED-D94B-503DEA2C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5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80F0AD-B42D-9F0C-01DA-AF76F0EB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DED3E-1FD4-6B71-9F2E-7FFD0F2B6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62128-D360-46F2-863F-7A91AA2E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2E466-0CD5-B8E2-CE0D-45A1C44D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5DE93-54D2-1A5D-7014-62A46D39C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8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459CFC-B764-986C-5C0A-465BF81AFE1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336997-B391-4F1F-D527-57558E935E2C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201C11-FE1D-867F-D1FC-5F43385DF7A2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</a:t>
            </a:r>
            <a:r>
              <a:rPr lang="ko-KR" altLang="en-US" sz="800" b="1">
                <a:solidFill>
                  <a:srgbClr val="94A3B8"/>
                </a:solidFill>
                <a:latin typeface="Malgun Gothic" panose="020B0503020000020004" pitchFamily="34" charset="-127"/>
              </a:rPr>
              <a:t>프로젝트 소개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968845-ADB9-C663-FF25-D43106DC0D5B}"/>
              </a:ext>
            </a:extLst>
          </p:cNvPr>
          <p:cNvSpPr/>
          <p:nvPr/>
        </p:nvSpPr>
        <p:spPr>
          <a:xfrm>
            <a:off x="736600" y="736600"/>
            <a:ext cx="88900" cy="5588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16844-16E7-19C9-1B22-908BCFAED704}"/>
              </a:ext>
            </a:extLst>
          </p:cNvPr>
          <p:cNvSpPr txBox="1"/>
          <p:nvPr/>
        </p:nvSpPr>
        <p:spPr>
          <a:xfrm>
            <a:off x="1041400" y="698500"/>
            <a:ext cx="6477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8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8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0D84E4-857B-1E02-5947-C8E17DACC325}"/>
              </a:ext>
            </a:extLst>
          </p:cNvPr>
          <p:cNvSpPr txBox="1"/>
          <p:nvPr/>
        </p:nvSpPr>
        <p:spPr>
          <a:xfrm>
            <a:off x="1066800" y="1549400"/>
            <a:ext cx="520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EAT  ·  GROW  ·  GLOW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67A4C-2ED1-D059-1E7D-4A9ADA2139C5}"/>
              </a:ext>
            </a:extLst>
          </p:cNvPr>
          <p:cNvSpPr txBox="1"/>
          <p:nvPr/>
        </p:nvSpPr>
        <p:spPr>
          <a:xfrm>
            <a:off x="1066800" y="2209800"/>
            <a:ext cx="635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바로 실행하는 네온 스네이크 게임</a:t>
            </a:r>
            <a:endParaRPr lang="zh-CN" altLang="en-US" sz="2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6082CD-29EC-3E26-1F98-ED38A82636A3}"/>
              </a:ext>
            </a:extLst>
          </p:cNvPr>
          <p:cNvSpPr txBox="1"/>
          <p:nvPr/>
        </p:nvSpPr>
        <p:spPr>
          <a:xfrm>
            <a:off x="1066800" y="2933700"/>
            <a:ext cx="596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네온 먹이를 먹고 콤보와 점수를 쌓아</a:t>
            </a:r>
            <a:r>
              <a:rPr lang="en-US" altLang="ko-KR" sz="15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점점 빨라지는 도전에 맞서 최고 기록에 도전하세요</a:t>
            </a:r>
            <a:r>
              <a:rPr lang="en-US" altLang="ko-KR" sz="15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5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1E4BEE-655B-5D1A-82DD-906061DFA10B}"/>
              </a:ext>
            </a:extLst>
          </p:cNvPr>
          <p:cNvSpPr/>
          <p:nvPr/>
        </p:nvSpPr>
        <p:spPr>
          <a:xfrm>
            <a:off x="10668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3D322-E97B-5FE6-DCB6-1BD80781863B}"/>
              </a:ext>
            </a:extLst>
          </p:cNvPr>
          <p:cNvSpPr txBox="1"/>
          <p:nvPr/>
        </p:nvSpPr>
        <p:spPr>
          <a:xfrm>
            <a:off x="12065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단일 </a:t>
            </a:r>
            <a:r>
              <a:rPr lang="en-US" altLang="zh-CN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HTML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파일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B72A70C-B86D-45EF-D634-F5135F4C3C2C}"/>
              </a:ext>
            </a:extLst>
          </p:cNvPr>
          <p:cNvSpPr/>
          <p:nvPr/>
        </p:nvSpPr>
        <p:spPr>
          <a:xfrm>
            <a:off x="28702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685138-D276-BDD4-0C81-8350E2C57204}"/>
              </a:ext>
            </a:extLst>
          </p:cNvPr>
          <p:cNvSpPr txBox="1"/>
          <p:nvPr/>
        </p:nvSpPr>
        <p:spPr>
          <a:xfrm>
            <a:off x="30226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설치 없이 실행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13C91F-6565-FA71-D2F1-7BE88BF34CAF}"/>
              </a:ext>
            </a:extLst>
          </p:cNvPr>
          <p:cNvSpPr/>
          <p:nvPr/>
        </p:nvSpPr>
        <p:spPr>
          <a:xfrm>
            <a:off x="4673600" y="4140200"/>
            <a:ext cx="18542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E17DC1-CA4D-B268-B2EB-044B2FB4A348}"/>
              </a:ext>
            </a:extLst>
          </p:cNvPr>
          <p:cNvSpPr txBox="1"/>
          <p:nvPr/>
        </p:nvSpPr>
        <p:spPr>
          <a:xfrm>
            <a:off x="4800600" y="42545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모바일 조작 지원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025060E-2D05-E829-F828-06754917B5CA}"/>
              </a:ext>
            </a:extLst>
          </p:cNvPr>
          <p:cNvSpPr/>
          <p:nvPr/>
        </p:nvSpPr>
        <p:spPr>
          <a:xfrm>
            <a:off x="7747000" y="990600"/>
            <a:ext cx="3606800" cy="43434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0B215A-D9C7-AA5C-3600-AC35701B1DB3}"/>
              </a:ext>
            </a:extLst>
          </p:cNvPr>
          <p:cNvSpPr txBox="1"/>
          <p:nvPr/>
        </p:nvSpPr>
        <p:spPr>
          <a:xfrm>
            <a:off x="8064500" y="12573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ARCADE MODE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572A30-FBE1-F0B2-C8E0-32508E912D1D}"/>
              </a:ext>
            </a:extLst>
          </p:cNvPr>
          <p:cNvSpPr/>
          <p:nvPr/>
        </p:nvSpPr>
        <p:spPr>
          <a:xfrm>
            <a:off x="85217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99714-4EDC-70DE-582C-1B8978A258B8}"/>
              </a:ext>
            </a:extLst>
          </p:cNvPr>
          <p:cNvSpPr/>
          <p:nvPr/>
        </p:nvSpPr>
        <p:spPr>
          <a:xfrm>
            <a:off x="8026400" y="22098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A42DCF-77D7-FEEC-DBBA-0F88E2B67469}"/>
              </a:ext>
            </a:extLst>
          </p:cNvPr>
          <p:cNvSpPr/>
          <p:nvPr/>
        </p:nvSpPr>
        <p:spPr>
          <a:xfrm>
            <a:off x="90170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A7A6CB-025F-99F9-93A8-C9B4DACE8FD9}"/>
              </a:ext>
            </a:extLst>
          </p:cNvPr>
          <p:cNvSpPr/>
          <p:nvPr/>
        </p:nvSpPr>
        <p:spPr>
          <a:xfrm>
            <a:off x="8026400" y="27051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E0B21-BB1B-6843-4A80-2059486D6E2C}"/>
              </a:ext>
            </a:extLst>
          </p:cNvPr>
          <p:cNvSpPr/>
          <p:nvPr/>
        </p:nvSpPr>
        <p:spPr>
          <a:xfrm>
            <a:off x="95123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0ED2DA-9DF4-A819-1678-CE040A7110A7}"/>
              </a:ext>
            </a:extLst>
          </p:cNvPr>
          <p:cNvSpPr/>
          <p:nvPr/>
        </p:nvSpPr>
        <p:spPr>
          <a:xfrm>
            <a:off x="8026400" y="3200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C5C59C-2284-05F2-0371-BFF723499F3A}"/>
              </a:ext>
            </a:extLst>
          </p:cNvPr>
          <p:cNvSpPr/>
          <p:nvPr/>
        </p:nvSpPr>
        <p:spPr>
          <a:xfrm>
            <a:off x="100076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902A67-613A-49E3-FB3C-BE977DEF79E9}"/>
              </a:ext>
            </a:extLst>
          </p:cNvPr>
          <p:cNvSpPr/>
          <p:nvPr/>
        </p:nvSpPr>
        <p:spPr>
          <a:xfrm>
            <a:off x="8026400" y="36957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5C2992-BA03-CC3D-6259-5C30F9BFA38C}"/>
              </a:ext>
            </a:extLst>
          </p:cNvPr>
          <p:cNvSpPr/>
          <p:nvPr/>
        </p:nvSpPr>
        <p:spPr>
          <a:xfrm>
            <a:off x="105029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548367-DB3C-D5DB-A1AF-E1608F747E1D}"/>
              </a:ext>
            </a:extLst>
          </p:cNvPr>
          <p:cNvSpPr/>
          <p:nvPr/>
        </p:nvSpPr>
        <p:spPr>
          <a:xfrm>
            <a:off x="8026400" y="41910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FF029AE-A56F-3304-B545-9457B1220612}"/>
              </a:ext>
            </a:extLst>
          </p:cNvPr>
          <p:cNvSpPr/>
          <p:nvPr/>
        </p:nvSpPr>
        <p:spPr>
          <a:xfrm>
            <a:off x="89535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AE10FD-BA81-13CE-0493-FA46AE0A5B57}"/>
              </a:ext>
            </a:extLst>
          </p:cNvPr>
          <p:cNvSpPr/>
          <p:nvPr/>
        </p:nvSpPr>
        <p:spPr>
          <a:xfrm>
            <a:off x="94488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BD3BD9F-F6A3-E3DA-B51F-9ABC296C093A}"/>
              </a:ext>
            </a:extLst>
          </p:cNvPr>
          <p:cNvSpPr/>
          <p:nvPr/>
        </p:nvSpPr>
        <p:spPr>
          <a:xfrm>
            <a:off x="99441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9CDB737-40E9-7262-049A-F863175DA01B}"/>
              </a:ext>
            </a:extLst>
          </p:cNvPr>
          <p:cNvSpPr/>
          <p:nvPr/>
        </p:nvSpPr>
        <p:spPr>
          <a:xfrm>
            <a:off x="9944100" y="32004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165BE6-9952-F9D5-BF2C-E41BAB8975D3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292A1A9-E9E0-C65E-FFE7-9CBB93C0C024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2FE4A97-EFF8-A615-4F49-460E7922B0E7}"/>
              </a:ext>
            </a:extLst>
          </p:cNvPr>
          <p:cNvSpPr/>
          <p:nvPr/>
        </p:nvSpPr>
        <p:spPr>
          <a:xfrm>
            <a:off x="8559800" y="27051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752422C-648E-365D-0DB8-B3085A84132F}"/>
              </a:ext>
            </a:extLst>
          </p:cNvPr>
          <p:cNvSpPr txBox="1"/>
          <p:nvPr/>
        </p:nvSpPr>
        <p:spPr>
          <a:xfrm>
            <a:off x="8077200" y="50546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SCORE   120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A2C8E-B352-A605-8F08-AECFBC414D42}"/>
              </a:ext>
            </a:extLst>
          </p:cNvPr>
          <p:cNvSpPr txBox="1"/>
          <p:nvPr/>
        </p:nvSpPr>
        <p:spPr>
          <a:xfrm>
            <a:off x="1066800" y="58928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프로젝트 소개 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/  2026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2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6" grpId="0" animBg="1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CAF5FF-0FA6-A5AF-DCF3-93BCBCCD766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9DA96-3468-426D-7E9A-5B025EA1E7D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15D3B1-FAA1-AE53-18AC-A30D7F226C88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</a:t>
            </a:r>
            <a:r>
              <a:rPr lang="ko-KR" altLang="en-US" sz="800" b="1">
                <a:solidFill>
                  <a:srgbClr val="94A3B8"/>
                </a:solidFill>
                <a:latin typeface="Malgun Gothic" panose="020B0503020000020004" pitchFamily="34" charset="-127"/>
              </a:rPr>
              <a:t>플레이 경험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F01A7F-1C4A-4F9A-2F49-7E40B653FEC7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01  /  </a:t>
            </a:r>
            <a:r>
              <a:rPr lang="ko-KR" altLang="en-US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플레이 경험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28540-001E-6118-5C93-D3A3403C0A37}"/>
              </a:ext>
            </a:extLst>
          </p:cNvPr>
          <p:cNvSpPr txBox="1"/>
          <p:nvPr/>
        </p:nvSpPr>
        <p:spPr>
          <a:xfrm>
            <a:off x="736600" y="9271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500" b="1">
                <a:solidFill>
                  <a:srgbClr val="E2E2F0"/>
                </a:solidFill>
                <a:latin typeface="Malgun Gothic" panose="020B0503020000020004" pitchFamily="34" charset="-127"/>
              </a:rPr>
              <a:t>쉽게 배우고</a:t>
            </a:r>
            <a:r>
              <a:rPr lang="en-US" altLang="ko-KR" sz="25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500" b="1">
                <a:solidFill>
                  <a:srgbClr val="E2E2F0"/>
                </a:solidFill>
                <a:latin typeface="Malgun Gothic" panose="020B0503020000020004" pitchFamily="34" charset="-127"/>
              </a:rPr>
              <a:t>플레이할수록 깊어지는 도전</a:t>
            </a:r>
            <a:endParaRPr lang="zh-CN" altLang="en-US" sz="25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427B96-A46A-B485-71D8-C2E34747A5A4}"/>
              </a:ext>
            </a:extLst>
          </p:cNvPr>
          <p:cNvSpPr txBox="1"/>
          <p:nvPr/>
        </p:nvSpPr>
        <p:spPr>
          <a:xfrm>
            <a:off x="762000" y="16002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간단한 규칙과 점진적인 난이도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키보드와 터치 화면을 위한 조작을 제공합니다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3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C6DE80-A404-309F-1D27-FF6FF9A60D3D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233F12-F40E-9DD3-B2B7-EED43D6A445F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3C198E-E218-375C-77E0-35D74A6D0C2D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A7FC79-FB55-AE6B-5FC0-D35331998288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9393DE-128E-BE1E-A43E-B758B31AB832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algun Gothic" panose="020B0503020000020004" pitchFamily="34" charset="-127"/>
              </a:rPr>
              <a:t>먹고 성장하기</a:t>
            </a:r>
            <a:endParaRPr lang="zh-CN" altLang="en-US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BF1A-18F4-32ED-E11D-C63DEB42D6EF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5C3DEA-8152-9EAE-DB89-8A84AAD84944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먹이를 먹으면 점수와 몸길이가 늘어납니다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
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연속으로 먹으면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x5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콤보가 쌓이고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점수가 높을수록 속도가 빨라집니다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B62D71-CCD3-C8A6-1B5D-417BC20696DA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3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E73CFD-FA0F-9890-4758-CFC2DEE65E33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algun Gothic" panose="020B0503020000020004" pitchFamily="34" charset="-127"/>
              </a:rPr>
              <a:t>몬스터 피하기</a:t>
            </a:r>
            <a:endParaRPr lang="zh-CN" altLang="en-US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E206C8-730E-5D59-265A-23B527C129AE}"/>
              </a:ext>
            </a:extLst>
          </p:cNvPr>
          <p:cNvSpPr txBox="1"/>
          <p:nvPr/>
        </p:nvSpPr>
        <p:spPr>
          <a:xfrm>
            <a:off x="4699000" y="38227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470B6"/>
                </a:solidFill>
                <a:latin typeface="Malgun Gothic" panose="020B0503020000020004" pitchFamily="34" charset="-127"/>
              </a:rPr>
              <a:t>👾  </a:t>
            </a:r>
            <a:r>
              <a:rPr lang="en-US" altLang="ko-KR" sz="1300" b="1">
                <a:solidFill>
                  <a:srgbClr val="F470B6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300" b="1">
                <a:solidFill>
                  <a:srgbClr val="F470B6"/>
                </a:solidFill>
                <a:latin typeface="Malgun Gothic" panose="020B0503020000020004" pitchFamily="34" charset="-127"/>
              </a:rPr>
              <a:t>점부터 등장</a:t>
            </a:r>
            <a:endParaRPr lang="zh-CN" altLang="en-US" sz="13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B87B6D-E039-ECFB-45FA-26D3C1C0F7A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점수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점마다 몬스터가 추가되며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마리까지 등장합니다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몸에 부딪히면 짧아지고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벽에 부딪히면 게임이 끝납니다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48F589-47DA-E0F1-ED8F-16D7BD32D7C4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3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325C41-69AA-35D2-EA17-059A281C58C7}"/>
              </a:ext>
            </a:extLst>
          </p:cNvPr>
          <p:cNvSpPr txBox="1"/>
          <p:nvPr/>
        </p:nvSpPr>
        <p:spPr>
          <a:xfrm>
            <a:off x="8382000" y="32004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언제든 바로 시작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24EC5B-E1C9-E99E-DCB6-9E47DF1ADBD5}"/>
              </a:ext>
            </a:extLst>
          </p:cNvPr>
          <p:cNvSpPr txBox="1"/>
          <p:nvPr/>
        </p:nvSpPr>
        <p:spPr>
          <a:xfrm>
            <a:off x="8382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2D3EE"/>
                </a:solidFill>
                <a:latin typeface="Malgun Gothic" panose="020B0503020000020004" pitchFamily="34" charset="-127"/>
              </a:rPr>
              <a:t>키보드  </a:t>
            </a:r>
            <a:r>
              <a:rPr lang="en-US" altLang="ko-KR" sz="1400" b="1">
                <a:solidFill>
                  <a:srgbClr val="22D3EE"/>
                </a:solidFill>
                <a:latin typeface="Malgun Gothic" panose="020B0503020000020004" pitchFamily="34" charset="-127"/>
              </a:rPr>
              <a:t>/  </a:t>
            </a:r>
            <a:r>
              <a:rPr lang="ko-KR" altLang="en-US" sz="1400" b="1">
                <a:solidFill>
                  <a:srgbClr val="22D3EE"/>
                </a:solidFill>
                <a:latin typeface="Malgun Gothic" panose="020B0503020000020004" pitchFamily="34" charset="-127"/>
              </a:rPr>
              <a:t>터치</a:t>
            </a:r>
            <a:endParaRPr lang="zh-CN" altLang="en-US" sz="14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F4D797-97E9-0802-CDEA-DEC93DF19145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방향키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WASD,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모바일 스와이프와 화면 방향 패드로 조작합니다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일시정지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효과음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진동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최고 점수 저장을 지원합니다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9AC930-AA52-0F28-4C40-552FADACFA00}"/>
              </a:ext>
            </a:extLst>
          </p:cNvPr>
          <p:cNvSpPr txBox="1"/>
          <p:nvPr/>
        </p:nvSpPr>
        <p:spPr>
          <a:xfrm>
            <a:off x="736600" y="58166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A3E635"/>
                </a:solidFill>
                <a:latin typeface="Malgun Gothic" panose="020B0503020000020004" pitchFamily="34" charset="-127"/>
              </a:rPr>
              <a:t>간단한 규칙  </a:t>
            </a:r>
            <a:r>
              <a:rPr lang="en-US" altLang="ko-KR" sz="1200" b="1">
                <a:solidFill>
                  <a:srgbClr val="A3E635"/>
                </a:solidFill>
                <a:latin typeface="Malgun Gothic" panose="020B0503020000020004" pitchFamily="34" charset="-127"/>
              </a:rPr>
              <a:t>·  </a:t>
            </a:r>
            <a:r>
              <a:rPr lang="ko-KR" altLang="en-US" sz="1200" b="1">
                <a:solidFill>
                  <a:srgbClr val="A3E635"/>
                </a:solidFill>
                <a:latin typeface="Malgun Gothic" panose="020B0503020000020004" pitchFamily="34" charset="-127"/>
              </a:rPr>
              <a:t>점진적 난이도  </a:t>
            </a:r>
            <a:r>
              <a:rPr lang="en-US" altLang="ko-KR" sz="1200" b="1">
                <a:solidFill>
                  <a:srgbClr val="A3E635"/>
                </a:solidFill>
                <a:latin typeface="Malgun Gothic" panose="020B0503020000020004" pitchFamily="34" charset="-127"/>
              </a:rPr>
              <a:t>·  </a:t>
            </a:r>
            <a:r>
              <a:rPr lang="ko-KR" altLang="en-US" sz="1200" b="1">
                <a:solidFill>
                  <a:srgbClr val="A3E635"/>
                </a:solidFill>
                <a:latin typeface="Malgun Gothic" panose="020B0503020000020004" pitchFamily="34" charset="-127"/>
              </a:rPr>
              <a:t>다양한 기기 지원</a:t>
            </a:r>
            <a:endParaRPr lang="zh-CN" altLang="en-US" sz="12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9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1AC6E7-EF22-8C0F-6980-D7DCD53AF05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CF930-7D73-5FC4-134D-74B481653B2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A31D4-DA70-CF8A-04C6-8673F0BCF633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</a:t>
            </a:r>
            <a:r>
              <a:rPr lang="ko-KR" altLang="en-US" sz="800" b="1">
                <a:solidFill>
                  <a:srgbClr val="94A3B8"/>
                </a:solidFill>
                <a:latin typeface="Malgun Gothic" panose="020B0503020000020004" pitchFamily="34" charset="-127"/>
              </a:rPr>
              <a:t>플레이를 위한 설계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7DA042-D998-89C6-5B5D-5A642DAECCAA}"/>
              </a:ext>
            </a:extLst>
          </p:cNvPr>
          <p:cNvSpPr txBox="1"/>
          <p:nvPr/>
        </p:nvSpPr>
        <p:spPr>
          <a:xfrm>
            <a:off x="736600" y="5334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02  /  </a:t>
            </a:r>
            <a:r>
              <a:rPr lang="ko-KR" altLang="en-US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플레이를 위한 설계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0BC9E-8A23-37BE-74ED-C379445EB21D}"/>
              </a:ext>
            </a:extLst>
          </p:cNvPr>
          <p:cNvSpPr txBox="1"/>
          <p:nvPr/>
        </p:nvSpPr>
        <p:spPr>
          <a:xfrm>
            <a:off x="736600" y="927100"/>
            <a:ext cx="1066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작지만 완성도 있게</a:t>
            </a:r>
            <a:r>
              <a:rPr lang="en-US" altLang="ko-KR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: </a:t>
            </a:r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비주얼부터 인터랙션까지</a:t>
            </a:r>
            <a:endParaRPr lang="zh-CN" altLang="en-US" sz="2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63418-05ED-AC8A-02C7-A4B09CF72528}"/>
              </a:ext>
            </a:extLst>
          </p:cNvPr>
          <p:cNvSpPr txBox="1"/>
          <p:nvPr/>
        </p:nvSpPr>
        <p:spPr>
          <a:xfrm>
            <a:off x="762000" y="16002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별도의 빌드 과정 없이 브라우저에서 바로 실행하며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게임과 편의 기능을 한 페이지에 담았습니다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2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D05548-2346-00B9-02DD-1A65C9978673}"/>
              </a:ext>
            </a:extLst>
          </p:cNvPr>
          <p:cNvSpPr/>
          <p:nvPr/>
        </p:nvSpPr>
        <p:spPr>
          <a:xfrm>
            <a:off x="736600" y="2413000"/>
            <a:ext cx="6350000" cy="31115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15E063-410E-01A0-D86C-86F812595FEE}"/>
              </a:ext>
            </a:extLst>
          </p:cNvPr>
          <p:cNvSpPr txBox="1"/>
          <p:nvPr/>
        </p:nvSpPr>
        <p:spPr>
          <a:xfrm>
            <a:off x="1041400" y="26797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구현 방식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92ADD8-5781-87C2-5329-388294713894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10AB88-3BDE-18A5-8A51-CACBC98AB7C2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단일 파일로 제공</a:t>
            </a:r>
            <a:endParaRPr lang="zh-CN" altLang="en-US" sz="1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9ECC3-1732-3CE7-C717-93C6ABAE4082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algun Gothic" panose="020B0503020000020004" pitchFamily="34" charset="-127"/>
              </a:rPr>
              <a:t>HTML / CSS / JavaScript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를 </a:t>
            </a:r>
            <a:r>
              <a:rPr lang="en-US" altLang="zh-CN" sz="1000">
                <a:solidFill>
                  <a:srgbClr val="94A3B8"/>
                </a:solidFill>
                <a:latin typeface="Malgun Gothic" panose="020B0503020000020004" pitchFamily="34" charset="-127"/>
              </a:rPr>
              <a:t>index.html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하나에 통합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3CFF13-7F02-50CC-6AE5-4CB9D5EE5D01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34232D-739A-A825-F8DB-DDF88B5340E4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Canvas </a:t>
            </a:r>
            <a:r>
              <a:rPr lang="ko-KR" altLang="en-US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게임 화면</a:t>
            </a:r>
            <a:endParaRPr lang="zh-CN" altLang="en-US" sz="1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0817C-44C0-5A52-5A33-DC9CBA741F0D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네온 스네이크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격자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먹이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몬스터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파티클 효과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2EF7E6-3FEE-C893-AC60-7A99D7639343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7E4D72-E000-EF2F-4A07-C209799A4480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브라우저 기본 기능</a:t>
            </a:r>
            <a:endParaRPr lang="zh-CN" altLang="en-US" sz="1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5DA95-D115-CF20-9D31-790614EF46C7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WebAudio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효과음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+ localStorage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기록 및 설정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1040A60-BF58-8B59-3B09-DB5E6E44FA9A}"/>
              </a:ext>
            </a:extLst>
          </p:cNvPr>
          <p:cNvSpPr/>
          <p:nvPr/>
        </p:nvSpPr>
        <p:spPr>
          <a:xfrm>
            <a:off x="7416800" y="2413000"/>
            <a:ext cx="4038600" cy="31115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BD4639-735F-F7D2-250A-DF3BA9FC118A}"/>
              </a:ext>
            </a:extLst>
          </p:cNvPr>
          <p:cNvSpPr txBox="1"/>
          <p:nvPr/>
        </p:nvSpPr>
        <p:spPr>
          <a:xfrm>
            <a:off x="7721600" y="26797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차별화된 경험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46157A-6C3B-91F4-ACF1-E1A2BD58E457}"/>
              </a:ext>
            </a:extLst>
          </p:cNvPr>
          <p:cNvSpPr txBox="1"/>
          <p:nvPr/>
        </p:nvSpPr>
        <p:spPr>
          <a:xfrm>
            <a:off x="7721600" y="33147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22D3EE"/>
                </a:solidFill>
                <a:latin typeface="Malgun Gothic" panose="020B0503020000020004" pitchFamily="34" charset="-127"/>
              </a:rPr>
              <a:t>🐱  반응하는 고양이 도우미</a:t>
            </a:r>
            <a:endParaRPr lang="zh-CN" altLang="en-US" sz="13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E3BADA-1C2D-7BD1-82B6-7668FE8E9846}"/>
              </a:ext>
            </a:extLst>
          </p:cNvPr>
          <p:cNvSpPr txBox="1"/>
          <p:nvPr/>
        </p:nvSpPr>
        <p:spPr>
          <a:xfrm>
            <a:off x="7721600" y="37211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중요한 순간에 표정과 팁을 보여줍니다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위치를 옮기고 언어와 대화 빈도를 설정할 수 있습니다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DD351E-BA56-9A3C-00A9-CA4D13473C37}"/>
              </a:ext>
            </a:extLst>
          </p:cNvPr>
          <p:cNvSpPr txBox="1"/>
          <p:nvPr/>
        </p:nvSpPr>
        <p:spPr>
          <a:xfrm>
            <a:off x="7721600" y="44704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A3E635"/>
                </a:solidFill>
                <a:latin typeface="Malgun Gothic" panose="020B0503020000020004" pitchFamily="34" charset="-127"/>
              </a:rPr>
              <a:t>모바일 플레이 지원</a:t>
            </a:r>
            <a:endParaRPr lang="zh-CN" altLang="en-US" sz="14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5EEC6E-1B0A-F931-4B52-B553795E7C8C}"/>
              </a:ext>
            </a:extLst>
          </p:cNvPr>
          <p:cNvSpPr txBox="1"/>
          <p:nvPr/>
        </p:nvSpPr>
        <p:spPr>
          <a:xfrm>
            <a:off x="7721600" y="48514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스와이프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방향 패드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진동 피드백으로 다양한 플레이 환경을 지원합니다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838F51-9C29-A266-08FD-2A8EE3B03A85}"/>
              </a:ext>
            </a:extLst>
          </p:cNvPr>
          <p:cNvSpPr txBox="1"/>
          <p:nvPr/>
        </p:nvSpPr>
        <p:spPr>
          <a:xfrm>
            <a:off x="736600" y="58166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A3E635"/>
                </a:solidFill>
                <a:latin typeface="Malgun Gothic" panose="020B0503020000020004" pitchFamily="34" charset="-127"/>
              </a:rPr>
              <a:t>index.html</a:t>
            </a:r>
            <a:r>
              <a:rPr lang="ko-KR" altLang="en-US" sz="1400" b="1">
                <a:solidFill>
                  <a:srgbClr val="A3E635"/>
                </a:solidFill>
                <a:latin typeface="Malgun Gothic" panose="020B0503020000020004" pitchFamily="34" charset="-127"/>
              </a:rPr>
              <a:t>을 열고  →  바로 플레이</a:t>
            </a:r>
            <a:endParaRPr lang="zh-CN" altLang="en-US" sz="14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98F101-C263-FD94-5144-D24CE9952CFF}"/>
              </a:ext>
            </a:extLst>
          </p:cNvPr>
          <p:cNvSpPr txBox="1"/>
          <p:nvPr/>
        </p:nvSpPr>
        <p:spPr>
          <a:xfrm>
            <a:off x="10160000" y="58674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감사합니다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自定义</PresentationFormat>
  <Paragraphs>49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Malgun Gothic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1</cp:revision>
  <dcterms:created xsi:type="dcterms:W3CDTF">2026-10-21T04:55:17Z</dcterms:created>
  <dcterms:modified xsi:type="dcterms:W3CDTF">2026-10-21T04:55:17Z</dcterms:modified>
</cp:coreProperties>
</file>