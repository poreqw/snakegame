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7" d="100"/>
          <a:sy n="37" d="100"/>
        </p:scale>
        <p:origin x="91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2B4294-8F53-AEE7-1A12-5902E18B2D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78C99D1-3976-28EA-9436-B35C9CEB6A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4FD3189-0BC1-469E-2B1B-F2E4F313C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EDEE4-4610-4F1D-BA0E-833E6AECAED3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7748858-2D64-275A-1454-7528CDE8A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3824B-2814-76B4-3DB5-A4530AD24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94127-AB4D-4D9F-9813-004C77A44C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2324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333158-7FC3-B24B-3014-6304D3AA3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DB3F02A-995C-D3DB-A042-34BB9D9059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23F31CE-9627-0A1C-D98B-6A7A10C47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EDEE4-4610-4F1D-BA0E-833E6AECAED3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FE4547B-9C1B-3D4D-E996-400C46A45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B97EE7-062B-FCA8-A79B-AEBB92AF7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94127-AB4D-4D9F-9813-004C77A44C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181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E3DE33-F0DD-517F-6ED2-5E1E953AB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3590729-533F-99D3-D721-3DE8772E59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C281BE-1BED-864B-F0CE-07DC205B3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EDEE4-4610-4F1D-BA0E-833E6AECAED3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7A0E5D-9223-FD24-F811-EB685BA37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38D2405-2851-1A34-DDEC-40521AED5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94127-AB4D-4D9F-9813-004C77A44C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7449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1D4069-79D9-319B-ECE3-1EF8E0F17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045826-8BE3-67FF-3FE5-DDD159A567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7BEB693-6BCA-EA3D-6BC3-B7E4010042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88940E4-5805-6376-1884-DFC1283E4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EDEE4-4610-4F1D-BA0E-833E6AECAED3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E693458-E6F0-AB1F-8AE9-5DC489896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5489485-2754-9327-6103-DBDC6ED7A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94127-AB4D-4D9F-9813-004C77A44C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6664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5B2233-A106-4F83-520B-C8A9130B5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828226F-D2AF-6D7D-486D-FF743A009C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B18AD70-2A81-0631-716F-D5199EF1CE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25F8A17-B110-FF91-B1C2-89D25197F5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983BC53-6439-BF20-E56B-1FF872423C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7EE3525-AEE0-16BA-876A-0CB82E003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EDEE4-4610-4F1D-BA0E-833E6AECAED3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7FDF5D0-EB27-D1FC-F1A1-AE6291BD7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89B70BA-A4F6-1310-4A10-3EFB24F1B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94127-AB4D-4D9F-9813-004C77A44C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2569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27D6C1-F3F5-FCCC-BBA5-652FFEC49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9AF1B27-D170-7070-42DF-54BAD094F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EDEE4-4610-4F1D-BA0E-833E6AECAED3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0633E71-BE2B-21A4-2C4C-E9C8C400B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6385B49-333A-D1C0-4220-AFDA8F15D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94127-AB4D-4D9F-9813-004C77A44C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5445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88EB595-3D84-DBF5-ED64-D4D5AE1DD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EDEE4-4610-4F1D-BA0E-833E6AECAED3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33A457A-3FDC-C9E8-1FEA-C839B1386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3F3F0C5-C638-C370-4551-33552CD26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94127-AB4D-4D9F-9813-004C77A44C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2122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3CE1F2-C005-8741-4BD3-D292B472D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94F732-6E62-A2A1-4724-59AD02610E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FCD13E8-E33D-46A7-650C-C3B9D2E567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67AB090-873C-C76F-50F2-F5F8EBBB7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EDEE4-4610-4F1D-BA0E-833E6AECAED3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95BC76D-D70E-E929-3501-5F89759B9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536FA23-2F35-501C-1BD4-F8A824787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94127-AB4D-4D9F-9813-004C77A44C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5728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88F291-B380-9BD6-7D0E-49F8699F1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900F86B-E28B-1EBE-7579-28BD517854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FFE7440-8051-82FD-334B-845A271421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CD3609D-0856-D09F-9239-F42090B79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EDEE4-4610-4F1D-BA0E-833E6AECAED3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62683B9-2C8A-938C-D49A-C743B6E20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C446241-8F50-BC37-A2DB-8986FEA7A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94127-AB4D-4D9F-9813-004C77A44C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2789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C6EAC2-4FAA-9563-8E05-E52338DDF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891009-9B57-E739-8001-F31301C577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A0307D-4282-DC85-97E1-940BB773B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EDEE4-4610-4F1D-BA0E-833E6AECAED3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7582D3C-4EB3-73B2-CB43-5493885C6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6A7103B-CD22-BA6A-8532-A31E24D2C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94127-AB4D-4D9F-9813-004C77A44C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2284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5192BFC-4F0A-DAEC-7947-F2060264A5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24F1BFE-6F67-85CA-EB95-763EDEDCCF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77FB2C-3D84-3178-BCA7-52443B73D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EDEE4-4610-4F1D-BA0E-833E6AECAED3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FA6DAC-26BE-6DFA-6279-F2F0E30AB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6DDAA9-333B-61ED-D94B-503DEA2C8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94127-AB4D-4D9F-9813-004C77A44C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259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480F0AD-B42D-9F0C-01DA-AF76F0EBF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BDED3E-1FD4-6B71-9F2E-7FFD0F2B6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962128-D360-46F2-863F-7A91AA2EC5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0EDEE4-4610-4F1D-BA0E-833E6AECAED3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12E466-0CD5-B8E2-CE0D-45A1C44D20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D5DE93-54D2-1A5D-7014-62A46D39C5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694127-AB4D-4D9F-9813-004C77A44C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1988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C459CFC-B764-986C-5C0A-465BF81AFE1C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3E63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F336997-B391-4F1F-D527-57558E935E2C}"/>
              </a:ext>
            </a:extLst>
          </p:cNvPr>
          <p:cNvSpPr/>
          <p:nvPr/>
        </p:nvSpPr>
        <p:spPr>
          <a:xfrm>
            <a:off x="736600" y="6261100"/>
            <a:ext cx="10718800" cy="12700"/>
          </a:xfrm>
          <a:prstGeom prst="rect">
            <a:avLst/>
          </a:prstGeom>
          <a:solidFill>
            <a:srgbClr val="28354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F201C11-FE1D-867F-D1FC-5F43385DF7A2}"/>
              </a:ext>
            </a:extLst>
          </p:cNvPr>
          <p:cNvSpPr txBox="1"/>
          <p:nvPr/>
        </p:nvSpPr>
        <p:spPr>
          <a:xfrm>
            <a:off x="736600" y="6438900"/>
            <a:ext cx="5080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800" b="1">
                <a:solidFill>
                  <a:srgbClr val="94A3B8"/>
                </a:solidFill>
                <a:latin typeface="Microsoft YaHei" panose="020B0503020204020204" pitchFamily="34" charset="-122"/>
              </a:rPr>
              <a:t>NEON SNAKE   /   </a:t>
            </a:r>
            <a:r>
              <a:rPr lang="ko-KR" altLang="en-US" sz="800" b="1">
                <a:solidFill>
                  <a:srgbClr val="94A3B8"/>
                </a:solidFill>
                <a:latin typeface="Microsoft YaHei" panose="020B0503020204020204" pitchFamily="34" charset="-122"/>
              </a:rPr>
              <a:t>프로젝트 소개</a:t>
            </a:r>
            <a:endParaRPr lang="zh-CN" altLang="en-US" sz="800" b="1">
              <a:solidFill>
                <a:srgbClr val="94A3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C968845-ADB9-C663-FF25-D43106DC0D5B}"/>
              </a:ext>
            </a:extLst>
          </p:cNvPr>
          <p:cNvSpPr/>
          <p:nvPr/>
        </p:nvSpPr>
        <p:spPr>
          <a:xfrm>
            <a:off x="736600" y="736600"/>
            <a:ext cx="88900" cy="558800"/>
          </a:xfrm>
          <a:prstGeom prst="rect">
            <a:avLst/>
          </a:prstGeom>
          <a:solidFill>
            <a:srgbClr val="A3E63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3D16844-16E7-19C9-1B22-908BCFAED704}"/>
              </a:ext>
            </a:extLst>
          </p:cNvPr>
          <p:cNvSpPr txBox="1"/>
          <p:nvPr/>
        </p:nvSpPr>
        <p:spPr>
          <a:xfrm>
            <a:off x="1041400" y="698500"/>
            <a:ext cx="6477000" cy="5847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3800" b="1">
                <a:solidFill>
                  <a:srgbClr val="E2E2F0"/>
                </a:solidFill>
                <a:latin typeface="Malgun Gothic" panose="020B0503020000020004" pitchFamily="34" charset="-127"/>
              </a:rPr>
              <a:t>NEON SNAKE</a:t>
            </a:r>
            <a:endParaRPr lang="zh-CN" altLang="en-US" sz="3800" b="1">
              <a:solidFill>
                <a:srgbClr val="E2E2F0"/>
              </a:solidFill>
              <a:latin typeface="Malgun Gothic" panose="020B0503020000020004" pitchFamily="34" charset="-127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10D84E4-857B-1E02-5947-C8E17DACC325}"/>
              </a:ext>
            </a:extLst>
          </p:cNvPr>
          <p:cNvSpPr txBox="1"/>
          <p:nvPr/>
        </p:nvSpPr>
        <p:spPr>
          <a:xfrm>
            <a:off x="1066800" y="1549400"/>
            <a:ext cx="5207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300" b="1">
                <a:solidFill>
                  <a:srgbClr val="A3E635"/>
                </a:solidFill>
                <a:latin typeface="Malgun Gothic" panose="020B0503020000020004" pitchFamily="34" charset="-127"/>
              </a:rPr>
              <a:t>EAT  ·  GROW  ·  GLOW</a:t>
            </a:r>
            <a:endParaRPr lang="zh-CN" altLang="en-US" sz="1300" b="1">
              <a:solidFill>
                <a:srgbClr val="A3E635"/>
              </a:solidFill>
              <a:latin typeface="Malgun Gothic" panose="020B0503020000020004" pitchFamily="34" charset="-127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667A4C-2ED1-D059-1E7D-4A9ADA2139C5}"/>
              </a:ext>
            </a:extLst>
          </p:cNvPr>
          <p:cNvSpPr txBox="1"/>
          <p:nvPr/>
        </p:nvSpPr>
        <p:spPr>
          <a:xfrm>
            <a:off x="1066800" y="2209800"/>
            <a:ext cx="6350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300" b="1">
                <a:solidFill>
                  <a:srgbClr val="E2E2F0"/>
                </a:solidFill>
                <a:latin typeface="Microsoft YaHei" panose="020B0503020204020204" pitchFamily="34" charset="-122"/>
              </a:rPr>
              <a:t>설치 없이 바로 즐기는 네온 스네이크</a:t>
            </a:r>
            <a:endParaRPr lang="zh-CN" altLang="en-US" sz="2300" b="1">
              <a:solidFill>
                <a:srgbClr val="E2E2F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D6082CD-29EC-3E26-1F98-ED38A82636A3}"/>
              </a:ext>
            </a:extLst>
          </p:cNvPr>
          <p:cNvSpPr txBox="1"/>
          <p:nvPr/>
        </p:nvSpPr>
        <p:spPr>
          <a:xfrm>
            <a:off x="1066800" y="2933700"/>
            <a:ext cx="5969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500">
                <a:solidFill>
                  <a:srgbClr val="94A3B8"/>
                </a:solidFill>
                <a:latin typeface="Microsoft YaHei" panose="020B0503020204020204" pitchFamily="34" charset="-122"/>
              </a:rPr>
              <a:t>네온 먹이를 먹고 콤보와 점수를 쌓아</a:t>
            </a:r>
            <a:r>
              <a:rPr lang="en-US" altLang="ko-KR" sz="1500">
                <a:solidFill>
                  <a:srgbClr val="94A3B8"/>
                </a:solidFill>
                <a:latin typeface="Microsoft YaHei" panose="020B0503020204020204" pitchFamily="34" charset="-122"/>
              </a:rPr>
              <a:t>, </a:t>
            </a:r>
            <a:r>
              <a:rPr lang="ko-KR" altLang="en-US" sz="1500">
                <a:solidFill>
                  <a:srgbClr val="94A3B8"/>
                </a:solidFill>
                <a:latin typeface="Microsoft YaHei" panose="020B0503020204020204" pitchFamily="34" charset="-122"/>
              </a:rPr>
              <a:t>점점 빨라지는 도전에서 최고 기록에 도전하세요</a:t>
            </a:r>
            <a:r>
              <a:rPr lang="en-US" altLang="ko-KR" sz="1500">
                <a:solidFill>
                  <a:srgbClr val="94A3B8"/>
                </a:solidFill>
                <a:latin typeface="Microsoft YaHei" panose="020B0503020204020204" pitchFamily="34" charset="-122"/>
              </a:rPr>
              <a:t>.</a:t>
            </a:r>
            <a:endParaRPr lang="zh-CN" altLang="en-US" sz="1500">
              <a:solidFill>
                <a:srgbClr val="94A3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201E4BEE-655B-5D1A-82DD-906061DFA10B}"/>
              </a:ext>
            </a:extLst>
          </p:cNvPr>
          <p:cNvSpPr/>
          <p:nvPr/>
        </p:nvSpPr>
        <p:spPr>
          <a:xfrm>
            <a:off x="1066800" y="4140200"/>
            <a:ext cx="1651000" cy="482600"/>
          </a:xfrm>
          <a:prstGeom prst="roundRect">
            <a:avLst/>
          </a:prstGeom>
          <a:solidFill>
            <a:srgbClr val="131D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E83D322-E97B-5FE6-DCB6-1BD80781863B}"/>
              </a:ext>
            </a:extLst>
          </p:cNvPr>
          <p:cNvSpPr txBox="1"/>
          <p:nvPr/>
        </p:nvSpPr>
        <p:spPr>
          <a:xfrm>
            <a:off x="1206500" y="4254500"/>
            <a:ext cx="1460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00" b="1">
                <a:solidFill>
                  <a:srgbClr val="22D3EE"/>
                </a:solidFill>
                <a:latin typeface="Microsoft YaHei" panose="020B0503020204020204" pitchFamily="34" charset="-122"/>
              </a:rPr>
              <a:t>단일 파일 웹 게임</a:t>
            </a:r>
            <a:endParaRPr lang="zh-CN" altLang="en-US" sz="1100" b="1">
              <a:solidFill>
                <a:srgbClr val="22D3E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3B72A70C-B86D-45EF-D634-F5135F4C3C2C}"/>
              </a:ext>
            </a:extLst>
          </p:cNvPr>
          <p:cNvSpPr/>
          <p:nvPr/>
        </p:nvSpPr>
        <p:spPr>
          <a:xfrm>
            <a:off x="2870200" y="4140200"/>
            <a:ext cx="1651000" cy="482600"/>
          </a:xfrm>
          <a:prstGeom prst="roundRect">
            <a:avLst/>
          </a:prstGeom>
          <a:solidFill>
            <a:srgbClr val="131D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D685138-D276-BDD4-0C81-8350E2C57204}"/>
              </a:ext>
            </a:extLst>
          </p:cNvPr>
          <p:cNvSpPr txBox="1"/>
          <p:nvPr/>
        </p:nvSpPr>
        <p:spPr>
          <a:xfrm>
            <a:off x="3022600" y="4254500"/>
            <a:ext cx="1460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00" b="1">
                <a:solidFill>
                  <a:srgbClr val="A3E635"/>
                </a:solidFill>
                <a:latin typeface="Microsoft YaHei" panose="020B0503020204020204" pitchFamily="34" charset="-122"/>
              </a:rPr>
              <a:t>설치 없이 플레이</a:t>
            </a:r>
            <a:endParaRPr lang="zh-CN" altLang="en-US" sz="1100" b="1">
              <a:solidFill>
                <a:srgbClr val="A3E63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9F13C91F-6565-FA71-D2F1-7BE88BF34CAF}"/>
              </a:ext>
            </a:extLst>
          </p:cNvPr>
          <p:cNvSpPr/>
          <p:nvPr/>
        </p:nvSpPr>
        <p:spPr>
          <a:xfrm>
            <a:off x="4673600" y="4140200"/>
            <a:ext cx="1854200" cy="482600"/>
          </a:xfrm>
          <a:prstGeom prst="roundRect">
            <a:avLst/>
          </a:prstGeom>
          <a:solidFill>
            <a:srgbClr val="131D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1E17DC1-CA4D-B268-B2EB-044B2FB4A348}"/>
              </a:ext>
            </a:extLst>
          </p:cNvPr>
          <p:cNvSpPr txBox="1"/>
          <p:nvPr/>
        </p:nvSpPr>
        <p:spPr>
          <a:xfrm>
            <a:off x="4800600" y="4254500"/>
            <a:ext cx="1651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00" b="1">
                <a:solidFill>
                  <a:srgbClr val="F470B6"/>
                </a:solidFill>
                <a:latin typeface="Microsoft YaHei" panose="020B0503020204020204" pitchFamily="34" charset="-122"/>
              </a:rPr>
              <a:t>모바일 조작 지원</a:t>
            </a:r>
            <a:endParaRPr lang="zh-CN" altLang="en-US" sz="1100" b="1">
              <a:solidFill>
                <a:srgbClr val="F470B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0025060E-2D05-E829-F828-06754917B5CA}"/>
              </a:ext>
            </a:extLst>
          </p:cNvPr>
          <p:cNvSpPr/>
          <p:nvPr/>
        </p:nvSpPr>
        <p:spPr>
          <a:xfrm>
            <a:off x="7747000" y="990600"/>
            <a:ext cx="3606800" cy="4343400"/>
          </a:xfrm>
          <a:prstGeom prst="roundRect">
            <a:avLst/>
          </a:prstGeom>
          <a:solidFill>
            <a:srgbClr val="0F16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C0B215A-D9C7-AA5C-3600-AC35701B1DB3}"/>
              </a:ext>
            </a:extLst>
          </p:cNvPr>
          <p:cNvSpPr txBox="1"/>
          <p:nvPr/>
        </p:nvSpPr>
        <p:spPr>
          <a:xfrm>
            <a:off x="8064500" y="1257300"/>
            <a:ext cx="2921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94A3B8"/>
                </a:solidFill>
                <a:latin typeface="Malgun Gothic" panose="020B0503020000020004" pitchFamily="34" charset="-127"/>
              </a:rPr>
              <a:t>ARCADE MODE</a:t>
            </a:r>
            <a:endParaRPr lang="zh-CN" altLang="en-US" sz="1000" b="1">
              <a:solidFill>
                <a:srgbClr val="94A3B8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C572A30-FBE1-F0B2-C8E0-32508E912D1D}"/>
              </a:ext>
            </a:extLst>
          </p:cNvPr>
          <p:cNvSpPr/>
          <p:nvPr/>
        </p:nvSpPr>
        <p:spPr>
          <a:xfrm>
            <a:off x="8521700" y="1714500"/>
            <a:ext cx="12700" cy="3225800"/>
          </a:xfrm>
          <a:prstGeom prst="rect">
            <a:avLst/>
          </a:prstGeom>
          <a:solidFill>
            <a:srgbClr val="1F293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8399714-4EDC-70DE-582C-1B8978A258B8}"/>
              </a:ext>
            </a:extLst>
          </p:cNvPr>
          <p:cNvSpPr/>
          <p:nvPr/>
        </p:nvSpPr>
        <p:spPr>
          <a:xfrm>
            <a:off x="8026400" y="2209800"/>
            <a:ext cx="3098800" cy="12700"/>
          </a:xfrm>
          <a:prstGeom prst="rect">
            <a:avLst/>
          </a:prstGeom>
          <a:solidFill>
            <a:srgbClr val="1F293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1A42DCF-77D7-FEEC-DBBA-0F88E2B67469}"/>
              </a:ext>
            </a:extLst>
          </p:cNvPr>
          <p:cNvSpPr/>
          <p:nvPr/>
        </p:nvSpPr>
        <p:spPr>
          <a:xfrm>
            <a:off x="9017000" y="1714500"/>
            <a:ext cx="12700" cy="3225800"/>
          </a:xfrm>
          <a:prstGeom prst="rect">
            <a:avLst/>
          </a:prstGeom>
          <a:solidFill>
            <a:srgbClr val="1F293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6A7A6CB-025F-99F9-93A8-C9B4DACE8FD9}"/>
              </a:ext>
            </a:extLst>
          </p:cNvPr>
          <p:cNvSpPr/>
          <p:nvPr/>
        </p:nvSpPr>
        <p:spPr>
          <a:xfrm>
            <a:off x="8026400" y="2705100"/>
            <a:ext cx="3098800" cy="12700"/>
          </a:xfrm>
          <a:prstGeom prst="rect">
            <a:avLst/>
          </a:prstGeom>
          <a:solidFill>
            <a:srgbClr val="1F293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35E0B21-BB1B-6843-4A80-2059486D6E2C}"/>
              </a:ext>
            </a:extLst>
          </p:cNvPr>
          <p:cNvSpPr/>
          <p:nvPr/>
        </p:nvSpPr>
        <p:spPr>
          <a:xfrm>
            <a:off x="9512300" y="1714500"/>
            <a:ext cx="12700" cy="3225800"/>
          </a:xfrm>
          <a:prstGeom prst="rect">
            <a:avLst/>
          </a:prstGeom>
          <a:solidFill>
            <a:srgbClr val="1F293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30ED2DA-9DF4-A819-1678-CE040A7110A7}"/>
              </a:ext>
            </a:extLst>
          </p:cNvPr>
          <p:cNvSpPr/>
          <p:nvPr/>
        </p:nvSpPr>
        <p:spPr>
          <a:xfrm>
            <a:off x="8026400" y="3200400"/>
            <a:ext cx="3098800" cy="12700"/>
          </a:xfrm>
          <a:prstGeom prst="rect">
            <a:avLst/>
          </a:prstGeom>
          <a:solidFill>
            <a:srgbClr val="1F293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AC5C59C-2284-05F2-0371-BFF723499F3A}"/>
              </a:ext>
            </a:extLst>
          </p:cNvPr>
          <p:cNvSpPr/>
          <p:nvPr/>
        </p:nvSpPr>
        <p:spPr>
          <a:xfrm>
            <a:off x="10007600" y="1714500"/>
            <a:ext cx="12700" cy="3225800"/>
          </a:xfrm>
          <a:prstGeom prst="rect">
            <a:avLst/>
          </a:prstGeom>
          <a:solidFill>
            <a:srgbClr val="1F293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2902A67-613A-49E3-FB3C-BE977DEF79E9}"/>
              </a:ext>
            </a:extLst>
          </p:cNvPr>
          <p:cNvSpPr/>
          <p:nvPr/>
        </p:nvSpPr>
        <p:spPr>
          <a:xfrm>
            <a:off x="8026400" y="3695700"/>
            <a:ext cx="3098800" cy="12700"/>
          </a:xfrm>
          <a:prstGeom prst="rect">
            <a:avLst/>
          </a:prstGeom>
          <a:solidFill>
            <a:srgbClr val="1F293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25C2992-BA03-CC3D-6259-5C30F9BFA38C}"/>
              </a:ext>
            </a:extLst>
          </p:cNvPr>
          <p:cNvSpPr/>
          <p:nvPr/>
        </p:nvSpPr>
        <p:spPr>
          <a:xfrm>
            <a:off x="10502900" y="1714500"/>
            <a:ext cx="12700" cy="3225800"/>
          </a:xfrm>
          <a:prstGeom prst="rect">
            <a:avLst/>
          </a:prstGeom>
          <a:solidFill>
            <a:srgbClr val="1F293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C548367-DB3C-D5DB-A1AF-E1608F747E1D}"/>
              </a:ext>
            </a:extLst>
          </p:cNvPr>
          <p:cNvSpPr/>
          <p:nvPr/>
        </p:nvSpPr>
        <p:spPr>
          <a:xfrm>
            <a:off x="8026400" y="4191000"/>
            <a:ext cx="3098800" cy="12700"/>
          </a:xfrm>
          <a:prstGeom prst="rect">
            <a:avLst/>
          </a:prstGeom>
          <a:solidFill>
            <a:srgbClr val="1F293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0FF029AE-A56F-3304-B545-9457B1220612}"/>
              </a:ext>
            </a:extLst>
          </p:cNvPr>
          <p:cNvSpPr/>
          <p:nvPr/>
        </p:nvSpPr>
        <p:spPr>
          <a:xfrm>
            <a:off x="8953500" y="3695700"/>
            <a:ext cx="406400" cy="406400"/>
          </a:xfrm>
          <a:prstGeom prst="roundRect">
            <a:avLst/>
          </a:prstGeom>
          <a:solidFill>
            <a:srgbClr val="A3E63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1DAE10FD-BA81-13CE-0493-FA46AE0A5B57}"/>
              </a:ext>
            </a:extLst>
          </p:cNvPr>
          <p:cNvSpPr/>
          <p:nvPr/>
        </p:nvSpPr>
        <p:spPr>
          <a:xfrm>
            <a:off x="9448800" y="3695700"/>
            <a:ext cx="406400" cy="406400"/>
          </a:xfrm>
          <a:prstGeom prst="roundRect">
            <a:avLst/>
          </a:prstGeom>
          <a:solidFill>
            <a:srgbClr val="A3E63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BBD3BD9F-F6A3-E3DA-B51F-9ABC296C093A}"/>
              </a:ext>
            </a:extLst>
          </p:cNvPr>
          <p:cNvSpPr/>
          <p:nvPr/>
        </p:nvSpPr>
        <p:spPr>
          <a:xfrm>
            <a:off x="9944100" y="3695700"/>
            <a:ext cx="406400" cy="406400"/>
          </a:xfrm>
          <a:prstGeom prst="roundRect">
            <a:avLst/>
          </a:prstGeom>
          <a:solidFill>
            <a:srgbClr val="A3E63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99CDB737-40E9-7262-049A-F863175DA01B}"/>
              </a:ext>
            </a:extLst>
          </p:cNvPr>
          <p:cNvSpPr/>
          <p:nvPr/>
        </p:nvSpPr>
        <p:spPr>
          <a:xfrm>
            <a:off x="9944100" y="3200400"/>
            <a:ext cx="406400" cy="406400"/>
          </a:xfrm>
          <a:prstGeom prst="roundRect">
            <a:avLst/>
          </a:prstGeom>
          <a:solidFill>
            <a:srgbClr val="A3E63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70165BE6-9952-F9D5-BF2C-E41BAB8975D3}"/>
              </a:ext>
            </a:extLst>
          </p:cNvPr>
          <p:cNvSpPr/>
          <p:nvPr/>
        </p:nvSpPr>
        <p:spPr>
          <a:xfrm>
            <a:off x="9944100" y="2705100"/>
            <a:ext cx="406400" cy="406400"/>
          </a:xfrm>
          <a:prstGeom prst="roundRect">
            <a:avLst/>
          </a:prstGeom>
          <a:solidFill>
            <a:srgbClr val="A3E63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F292A1A9-E9E0-C65E-FFE7-9CBB93C0C024}"/>
              </a:ext>
            </a:extLst>
          </p:cNvPr>
          <p:cNvSpPr/>
          <p:nvPr/>
        </p:nvSpPr>
        <p:spPr>
          <a:xfrm>
            <a:off x="9944100" y="2705100"/>
            <a:ext cx="406400" cy="406400"/>
          </a:xfrm>
          <a:prstGeom prst="roundRect">
            <a:avLst/>
          </a:prstGeom>
          <a:solidFill>
            <a:srgbClr val="D0FF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42FE4A97-EFF8-A615-4F49-460E7922B0E7}"/>
              </a:ext>
            </a:extLst>
          </p:cNvPr>
          <p:cNvSpPr/>
          <p:nvPr/>
        </p:nvSpPr>
        <p:spPr>
          <a:xfrm>
            <a:off x="8559800" y="2705100"/>
            <a:ext cx="254000" cy="254000"/>
          </a:xfrm>
          <a:prstGeom prst="ellipse">
            <a:avLst/>
          </a:prstGeom>
          <a:solidFill>
            <a:srgbClr val="F470B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4752422C-648E-365D-0DB8-B3085A84132F}"/>
              </a:ext>
            </a:extLst>
          </p:cNvPr>
          <p:cNvSpPr txBox="1"/>
          <p:nvPr/>
        </p:nvSpPr>
        <p:spPr>
          <a:xfrm>
            <a:off x="8077200" y="5054600"/>
            <a:ext cx="2286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E2E2F0"/>
                </a:solidFill>
                <a:latin typeface="Malgun Gothic" panose="020B0503020000020004" pitchFamily="34" charset="-127"/>
              </a:rPr>
              <a:t>SCORE   120</a:t>
            </a:r>
            <a:endParaRPr lang="zh-CN" altLang="en-US" sz="1000" b="1">
              <a:solidFill>
                <a:srgbClr val="E2E2F0"/>
              </a:solidFill>
              <a:latin typeface="Malgun Gothic" panose="020B0503020000020004" pitchFamily="34" charset="-127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55EA2C8E-B352-A605-8F08-AECFBC414D42}"/>
              </a:ext>
            </a:extLst>
          </p:cNvPr>
          <p:cNvSpPr txBox="1"/>
          <p:nvPr/>
        </p:nvSpPr>
        <p:spPr>
          <a:xfrm>
            <a:off x="1066800" y="5892800"/>
            <a:ext cx="381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000">
                <a:solidFill>
                  <a:srgbClr val="94A3B8"/>
                </a:solidFill>
                <a:latin typeface="Microsoft YaHei" panose="020B0503020204020204" pitchFamily="34" charset="-122"/>
              </a:rPr>
              <a:t>프로젝트 소개  </a:t>
            </a:r>
            <a:r>
              <a:rPr lang="en-US" altLang="ko-KR" sz="1000">
                <a:solidFill>
                  <a:srgbClr val="94A3B8"/>
                </a:solidFill>
                <a:latin typeface="Microsoft YaHei" panose="020B0503020204020204" pitchFamily="34" charset="-122"/>
              </a:rPr>
              <a:t>/  2026</a:t>
            </a:r>
            <a:endParaRPr lang="zh-CN" altLang="en-US" sz="1000">
              <a:solidFill>
                <a:srgbClr val="94A3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6FEEAB47-1404-CE7D-B3A5-9DF12E7B24F8}"/>
              </a:ext>
            </a:extLst>
          </p:cNvPr>
          <p:cNvSpPr txBox="1"/>
          <p:nvPr/>
        </p:nvSpPr>
        <p:spPr>
          <a:xfrm>
            <a:off x="8064500" y="5562600"/>
            <a:ext cx="3175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000">
                <a:solidFill>
                  <a:srgbClr val="94A3B8"/>
                </a:solidFill>
                <a:latin typeface="Microsoft YaHei" panose="020B0503020204020204" pitchFamily="34" charset="-122"/>
              </a:rPr>
              <a:t>클릭 한 번에 몸통이 파도처럼 한 칸 이동</a:t>
            </a:r>
            <a:endParaRPr lang="zh-CN" altLang="en-US" sz="1000">
              <a:solidFill>
                <a:srgbClr val="94A3B8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69209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8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2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03 -0.019 0.007 -0.037 0.015 -0.037 C 0.024 -0.037 0.027 -0.019 0.03 0 C 0.034 0.021 0.037 0.042 0.047 0.042 C 0.056 0.042 0.059 0.021 0.063 0 C 0.065 -0.019 0.069 -0.037 0.078 -0.037 C 0.086 -0.037 0.09 -0.019 0.093 0 C 0.096 0.021 0.1 0.042 0.109 0.042 C 0.118 0.042 0.125 0 0.125 0 C 0.128 -0.019 0.131 -0.037 0.14 -0.037 C 0.149 -0.037 0.152 -0.019 0.155 0 C 0.159 0.021 0.162 0.042 0.172 0.042 C 0.181 0.042 0.184 0.021 0.187 0 C 0.191 -0.019 0.194 -0.037 0.203 -0.037 C 0.211 -0.037 0.215 -0.019 0.218 0 C 0.221 0.021 0.225 0.042 0.234 0.042 C 0.243 0.042 0.246 0.021 0.25 0 E" pathEditMode="relative" ptsTypes="">
                                      <p:cBhvr>
                                        <p:cTn id="31" dur="6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03 -0.019 0.007 -0.037 0.015 -0.037 C 0.024 -0.037 0.027 -0.019 0.03 0 C 0.034 0.021 0.037 0.042 0.047 0.042 C 0.056 0.042 0.059 0.021 0.063 0 C 0.065 -0.019 0.069 -0.037 0.078 -0.037 C 0.086 -0.037 0.09 -0.019 0.093 0 C 0.096 0.021 0.1 0.042 0.109 0.042 C 0.118 0.042 0.125 0 0.125 0 C 0.128 -0.019 0.131 -0.037 0.14 -0.037 C 0.149 -0.037 0.152 -0.019 0.155 0 C 0.159 0.021 0.162 0.042 0.172 0.042 C 0.181 0.042 0.184 0.021 0.187 0 C 0.191 -0.019 0.194 -0.037 0.203 -0.037 C 0.211 -0.037 0.215 -0.019 0.218 0 C 0.221 0.021 0.225 0.042 0.234 0.042 C 0.243 0.042 0.246 0.021 0.25 0 E" pathEditMode="relative" ptsTypes="">
                                      <p:cBhvr>
                                        <p:cTn id="35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03 -0.019 0.007 -0.037 0.015 -0.037 C 0.024 -0.037 0.027 -0.019 0.03 0 C 0.034 0.021 0.037 0.042 0.047 0.042 C 0.056 0.042 0.059 0.021 0.063 0 C 0.065 -0.019 0.069 -0.037 0.078 -0.037 C 0.086 -0.037 0.09 -0.019 0.093 0 C 0.096 0.021 0.1 0.042 0.109 0.042 C 0.118 0.042 0.125 0 0.125 0 C 0.128 -0.019 0.131 -0.037 0.14 -0.037 C 0.149 -0.037 0.152 -0.019 0.155 0 C 0.159 0.021 0.162 0.042 0.172 0.042 C 0.181 0.042 0.184 0.021 0.187 0 C 0.191 -0.019 0.194 -0.037 0.203 -0.037 C 0.211 -0.037 0.215 -0.019 0.218 0 C 0.221 0.021 0.225 0.042 0.234 0.042 C 0.243 0.042 0.246 0.021 0.25 0 E" pathEditMode="relative" ptsTypes="">
                                      <p:cBhvr>
                                        <p:cTn id="39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03 -0.019 0.007 -0.037 0.015 -0.037 C 0.024 -0.037 0.027 -0.019 0.03 0 C 0.034 0.021 0.037 0.042 0.047 0.042 C 0.056 0.042 0.059 0.021 0.063 0 C 0.065 -0.019 0.069 -0.037 0.078 -0.037 C 0.086 -0.037 0.09 -0.019 0.093 0 C 0.096 0.021 0.1 0.042 0.109 0.042 C 0.118 0.042 0.125 0 0.125 0 C 0.128 -0.019 0.131 -0.037 0.14 -0.037 C 0.149 -0.037 0.152 -0.019 0.155 0 C 0.159 0.021 0.162 0.042 0.172 0.042 C 0.181 0.042 0.184 0.021 0.187 0 C 0.191 -0.019 0.194 -0.037 0.203 -0.037 C 0.211 -0.037 0.215 -0.019 0.218 0 C 0.221 0.021 0.225 0.042 0.234 0.042 C 0.243 0.042 0.246 0.021 0.25 0 E" pathEditMode="relative" ptsTypes="">
                                      <p:cBhvr>
                                        <p:cTn id="43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03 -0.019 0.007 -0.037 0.015 -0.037 C 0.024 -0.037 0.027 -0.019 0.03 0 C 0.034 0.021 0.037 0.042 0.047 0.042 C 0.056 0.042 0.059 0.021 0.063 0 C 0.065 -0.019 0.069 -0.037 0.078 -0.037 C 0.086 -0.037 0.09 -0.019 0.093 0 C 0.096 0.021 0.1 0.042 0.109 0.042 C 0.118 0.042 0.125 0 0.125 0 C 0.128 -0.019 0.131 -0.037 0.14 -0.037 C 0.149 -0.037 0.152 -0.019 0.155 0 C 0.159 0.021 0.162 0.042 0.172 0.042 C 0.181 0.042 0.184 0.021 0.187 0 C 0.191 -0.019 0.194 -0.037 0.203 -0.037 C 0.211 -0.037 0.215 -0.019 0.218 0 C 0.221 0.021 0.225 0.042 0.234 0.042 C 0.243 0.042 0.246 0.021 0.25 0 E" pathEditMode="relative" ptsTypes="">
                                      <p:cBhvr>
                                        <p:cTn id="47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03 -0.019 0.007 -0.037 0.015 -0.037 C 0.024 -0.037 0.027 -0.019 0.03 0 C 0.034 0.021 0.037 0.042 0.047 0.042 C 0.056 0.042 0.059 0.021 0.063 0 C 0.065 -0.019 0.069 -0.037 0.078 -0.037 C 0.086 -0.037 0.09 -0.019 0.093 0 C 0.096 0.021 0.1 0.042 0.109 0.042 C 0.118 0.042 0.125 0 0.125 0 C 0.128 -0.019 0.131 -0.037 0.14 -0.037 C 0.149 -0.037 0.152 -0.019 0.155 0 C 0.159 0.021 0.162 0.042 0.172 0.042 C 0.181 0.042 0.184 0.021 0.187 0 C 0.191 -0.019 0.194 -0.037 0.203 -0.037 C 0.211 -0.037 0.215 -0.019 0.218 0 C 0.221 0.021 0.225 0.042 0.234 0.042 C 0.243 0.042 0.246 0.021 0.25 0 E" pathEditMode="relative" ptsTypes="">
                                      <p:cBhvr>
                                        <p:cTn id="51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6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DCAF5FF-0FA6-A5AF-DCF3-93BCBCCD7661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3E63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D59DA96-3468-426D-7E9A-5B025EA1E7D7}"/>
              </a:ext>
            </a:extLst>
          </p:cNvPr>
          <p:cNvSpPr/>
          <p:nvPr/>
        </p:nvSpPr>
        <p:spPr>
          <a:xfrm>
            <a:off x="736600" y="6261100"/>
            <a:ext cx="10718800" cy="12700"/>
          </a:xfrm>
          <a:prstGeom prst="rect">
            <a:avLst/>
          </a:prstGeom>
          <a:solidFill>
            <a:srgbClr val="28354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A15D3B1-FAA1-AE53-18AC-A30D7F226C88}"/>
              </a:ext>
            </a:extLst>
          </p:cNvPr>
          <p:cNvSpPr txBox="1"/>
          <p:nvPr/>
        </p:nvSpPr>
        <p:spPr>
          <a:xfrm>
            <a:off x="736600" y="6438900"/>
            <a:ext cx="5080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800" b="1">
                <a:solidFill>
                  <a:srgbClr val="94A3B8"/>
                </a:solidFill>
                <a:latin typeface="Microsoft YaHei" panose="020B0503020204020204" pitchFamily="34" charset="-122"/>
              </a:rPr>
              <a:t>NEON SNAKE   /   </a:t>
            </a:r>
            <a:r>
              <a:rPr lang="ko-KR" altLang="en-US" sz="800" b="1">
                <a:solidFill>
                  <a:srgbClr val="94A3B8"/>
                </a:solidFill>
                <a:latin typeface="Microsoft YaHei" panose="020B0503020204020204" pitchFamily="34" charset="-122"/>
              </a:rPr>
              <a:t>플레이 경험</a:t>
            </a:r>
            <a:endParaRPr lang="zh-CN" altLang="en-US" sz="800" b="1">
              <a:solidFill>
                <a:srgbClr val="94A3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6F01A7F-1C4A-4F9A-2F49-7E40B653FEC7}"/>
              </a:ext>
            </a:extLst>
          </p:cNvPr>
          <p:cNvSpPr txBox="1"/>
          <p:nvPr/>
        </p:nvSpPr>
        <p:spPr>
          <a:xfrm>
            <a:off x="736600" y="533400"/>
            <a:ext cx="381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 b="1">
                <a:solidFill>
                  <a:srgbClr val="A3E635"/>
                </a:solidFill>
                <a:latin typeface="Microsoft YaHei" panose="020B0503020204020204" pitchFamily="34" charset="-122"/>
              </a:rPr>
              <a:t>01  /  </a:t>
            </a:r>
            <a:r>
              <a:rPr lang="ko-KR" altLang="en-US" sz="1000" b="1">
                <a:solidFill>
                  <a:srgbClr val="A3E635"/>
                </a:solidFill>
                <a:latin typeface="Microsoft YaHei" panose="020B0503020204020204" pitchFamily="34" charset="-122"/>
              </a:rPr>
              <a:t>플레이 경험</a:t>
            </a:r>
            <a:endParaRPr lang="zh-CN" altLang="en-US" sz="1000" b="1">
              <a:solidFill>
                <a:srgbClr val="A3E63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A928540-001E-6118-5C93-D3A3403C0A37}"/>
              </a:ext>
            </a:extLst>
          </p:cNvPr>
          <p:cNvSpPr txBox="1"/>
          <p:nvPr/>
        </p:nvSpPr>
        <p:spPr>
          <a:xfrm>
            <a:off x="736600" y="927100"/>
            <a:ext cx="10668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500" b="1">
                <a:solidFill>
                  <a:srgbClr val="E2E2F0"/>
                </a:solidFill>
                <a:latin typeface="Microsoft YaHei" panose="020B0503020204020204" pitchFamily="34" charset="-122"/>
              </a:rPr>
              <a:t>쉬운 규칙</a:t>
            </a:r>
            <a:r>
              <a:rPr lang="en-US" altLang="ko-KR" sz="2500" b="1">
                <a:solidFill>
                  <a:srgbClr val="E2E2F0"/>
                </a:solidFill>
                <a:latin typeface="Microsoft YaHei" panose="020B0503020204020204" pitchFamily="34" charset="-122"/>
              </a:rPr>
              <a:t>, </a:t>
            </a:r>
            <a:r>
              <a:rPr lang="ko-KR" altLang="en-US" sz="2500" b="1">
                <a:solidFill>
                  <a:srgbClr val="E2E2F0"/>
                </a:solidFill>
                <a:latin typeface="Microsoft YaHei" panose="020B0503020204020204" pitchFamily="34" charset="-122"/>
              </a:rPr>
              <a:t>점점 높아지는 도전</a:t>
            </a:r>
            <a:endParaRPr lang="zh-CN" altLang="en-US" sz="2500" b="1">
              <a:solidFill>
                <a:srgbClr val="E2E2F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3427B96-A46A-B485-71D8-C2E34747A5A4}"/>
              </a:ext>
            </a:extLst>
          </p:cNvPr>
          <p:cNvSpPr txBox="1"/>
          <p:nvPr/>
        </p:nvSpPr>
        <p:spPr>
          <a:xfrm>
            <a:off x="762000" y="1600200"/>
            <a:ext cx="10160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94A3B8"/>
                </a:solidFill>
                <a:latin typeface="Microsoft YaHei" panose="020B0503020204020204" pitchFamily="34" charset="-122"/>
              </a:rPr>
              <a:t>규칙은 간단하고 난이도는 점차 올라갑니다</a:t>
            </a:r>
            <a:r>
              <a:rPr lang="en-US" altLang="ko-KR" sz="1300">
                <a:solidFill>
                  <a:srgbClr val="94A3B8"/>
                </a:solidFill>
                <a:latin typeface="Microsoft YaHei" panose="020B0503020204020204" pitchFamily="34" charset="-122"/>
              </a:rPr>
              <a:t>. </a:t>
            </a:r>
            <a:r>
              <a:rPr lang="ko-KR" altLang="en-US" sz="1300">
                <a:solidFill>
                  <a:srgbClr val="94A3B8"/>
                </a:solidFill>
                <a:latin typeface="Microsoft YaHei" panose="020B0503020204020204" pitchFamily="34" charset="-122"/>
              </a:rPr>
              <a:t>키보드와 터치 조작을 모두 지원합니다</a:t>
            </a:r>
            <a:r>
              <a:rPr lang="en-US" altLang="ko-KR" sz="1300">
                <a:solidFill>
                  <a:srgbClr val="94A3B8"/>
                </a:solidFill>
                <a:latin typeface="Microsoft YaHei" panose="020B0503020204020204" pitchFamily="34" charset="-122"/>
              </a:rPr>
              <a:t>.</a:t>
            </a:r>
            <a:endParaRPr lang="zh-CN" altLang="en-US" sz="1300">
              <a:solidFill>
                <a:srgbClr val="94A3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D7C6DE80-A404-309F-1D27-FF6FF9A60D3D}"/>
              </a:ext>
            </a:extLst>
          </p:cNvPr>
          <p:cNvSpPr/>
          <p:nvPr/>
        </p:nvSpPr>
        <p:spPr>
          <a:xfrm>
            <a:off x="736600" y="2413000"/>
            <a:ext cx="3352800" cy="3022600"/>
          </a:xfrm>
          <a:prstGeom prst="roundRect">
            <a:avLst/>
          </a:prstGeom>
          <a:solidFill>
            <a:srgbClr val="0F16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88233F12-F40E-9DD3-B2B7-EED43D6A445F}"/>
              </a:ext>
            </a:extLst>
          </p:cNvPr>
          <p:cNvSpPr/>
          <p:nvPr/>
        </p:nvSpPr>
        <p:spPr>
          <a:xfrm>
            <a:off x="4419600" y="2413000"/>
            <a:ext cx="3352800" cy="3022600"/>
          </a:xfrm>
          <a:prstGeom prst="roundRect">
            <a:avLst/>
          </a:prstGeom>
          <a:solidFill>
            <a:srgbClr val="0F16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1C3C198E-E218-375C-77E0-35D74A6D0C2D}"/>
              </a:ext>
            </a:extLst>
          </p:cNvPr>
          <p:cNvSpPr/>
          <p:nvPr/>
        </p:nvSpPr>
        <p:spPr>
          <a:xfrm>
            <a:off x="8102600" y="2413000"/>
            <a:ext cx="3352800" cy="3022600"/>
          </a:xfrm>
          <a:prstGeom prst="roundRect">
            <a:avLst/>
          </a:prstGeom>
          <a:solidFill>
            <a:srgbClr val="0F16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0A7FC79-FB55-AE6B-5FC0-D35331998288}"/>
              </a:ext>
            </a:extLst>
          </p:cNvPr>
          <p:cNvSpPr txBox="1"/>
          <p:nvPr/>
        </p:nvSpPr>
        <p:spPr>
          <a:xfrm>
            <a:off x="1016000" y="2679700"/>
            <a:ext cx="5715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endParaRPr lang="zh-CN" altLang="en-US" sz="1300" b="1">
              <a:solidFill>
                <a:srgbClr val="A3E635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29393DE-128E-BE1E-A43E-B758B31AB832}"/>
              </a:ext>
            </a:extLst>
          </p:cNvPr>
          <p:cNvSpPr txBox="1"/>
          <p:nvPr/>
        </p:nvSpPr>
        <p:spPr>
          <a:xfrm>
            <a:off x="1016000" y="32004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endParaRPr lang="zh-CN" altLang="en-US" b="1">
              <a:solidFill>
                <a:srgbClr val="E2E2F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25FBF1A-18F4-32ED-E11D-C63DEB42D6EF}"/>
              </a:ext>
            </a:extLst>
          </p:cNvPr>
          <p:cNvSpPr txBox="1"/>
          <p:nvPr/>
        </p:nvSpPr>
        <p:spPr>
          <a:xfrm>
            <a:off x="1016000" y="3822700"/>
            <a:ext cx="2794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endParaRPr lang="zh-CN" altLang="en-US" sz="1500" b="1">
              <a:solidFill>
                <a:srgbClr val="22D3EE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25C3DEA-8152-9EAE-DB89-8A84AAD84944}"/>
              </a:ext>
            </a:extLst>
          </p:cNvPr>
          <p:cNvSpPr txBox="1"/>
          <p:nvPr/>
        </p:nvSpPr>
        <p:spPr>
          <a:xfrm>
            <a:off x="1016000" y="4394200"/>
            <a:ext cx="27432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endParaRPr lang="zh-CN" altLang="en-US" sz="1100">
              <a:solidFill>
                <a:srgbClr val="94A3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2B62D71-CCD3-C8A6-1B5D-417BC20696DA}"/>
              </a:ext>
            </a:extLst>
          </p:cNvPr>
          <p:cNvSpPr txBox="1"/>
          <p:nvPr/>
        </p:nvSpPr>
        <p:spPr>
          <a:xfrm>
            <a:off x="4699000" y="2679700"/>
            <a:ext cx="5715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endParaRPr lang="zh-CN" altLang="en-US" sz="1300" b="1">
              <a:solidFill>
                <a:srgbClr val="22D3EE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1E73CFD-FA0F-9890-4758-CFC2DEE65E33}"/>
              </a:ext>
            </a:extLst>
          </p:cNvPr>
          <p:cNvSpPr txBox="1"/>
          <p:nvPr/>
        </p:nvSpPr>
        <p:spPr>
          <a:xfrm>
            <a:off x="4699000" y="32004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endParaRPr lang="zh-CN" altLang="en-US" b="1">
              <a:solidFill>
                <a:srgbClr val="E2E2F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7E206C8-730E-5D59-265A-23B527C129AE}"/>
              </a:ext>
            </a:extLst>
          </p:cNvPr>
          <p:cNvSpPr txBox="1"/>
          <p:nvPr/>
        </p:nvSpPr>
        <p:spPr>
          <a:xfrm>
            <a:off x="4699000" y="3822700"/>
            <a:ext cx="2794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endParaRPr lang="zh-CN" altLang="en-US" sz="1300" b="1">
              <a:solidFill>
                <a:srgbClr val="F470B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0B87B6D-E039-ECFB-45FA-26D3C1C0F7AD}"/>
              </a:ext>
            </a:extLst>
          </p:cNvPr>
          <p:cNvSpPr txBox="1"/>
          <p:nvPr/>
        </p:nvSpPr>
        <p:spPr>
          <a:xfrm>
            <a:off x="4699000" y="4368800"/>
            <a:ext cx="27432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endParaRPr lang="zh-CN" altLang="en-US" sz="1100">
              <a:solidFill>
                <a:srgbClr val="94A3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F48F589-47DA-E0F1-ED8F-16D7BD32D7C4}"/>
              </a:ext>
            </a:extLst>
          </p:cNvPr>
          <p:cNvSpPr txBox="1"/>
          <p:nvPr/>
        </p:nvSpPr>
        <p:spPr>
          <a:xfrm>
            <a:off x="8382000" y="2679700"/>
            <a:ext cx="5715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endParaRPr lang="zh-CN" altLang="en-US" sz="1300" b="1">
              <a:solidFill>
                <a:srgbClr val="F470B6"/>
              </a:solidFill>
              <a:latin typeface="Malgun Gothic" panose="020B0503020000020004" pitchFamily="34" charset="-127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3325C41-69AA-35D2-EA17-059A281C58C7}"/>
              </a:ext>
            </a:extLst>
          </p:cNvPr>
          <p:cNvSpPr txBox="1"/>
          <p:nvPr/>
        </p:nvSpPr>
        <p:spPr>
          <a:xfrm>
            <a:off x="8382000" y="3200400"/>
            <a:ext cx="2794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endParaRPr lang="zh-CN" altLang="en-US" sz="1700" b="1">
              <a:solidFill>
                <a:srgbClr val="E2E2F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D24EC5B-E1C9-E99E-DCB6-9E47DF1ADBD5}"/>
              </a:ext>
            </a:extLst>
          </p:cNvPr>
          <p:cNvSpPr txBox="1"/>
          <p:nvPr/>
        </p:nvSpPr>
        <p:spPr>
          <a:xfrm>
            <a:off x="8382000" y="3822700"/>
            <a:ext cx="2794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endParaRPr lang="zh-CN" altLang="en-US" sz="1400" b="1">
              <a:solidFill>
                <a:srgbClr val="22D3E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7F4D797-97E9-0802-CDEA-DEC93DF19145}"/>
              </a:ext>
            </a:extLst>
          </p:cNvPr>
          <p:cNvSpPr txBox="1"/>
          <p:nvPr/>
        </p:nvSpPr>
        <p:spPr>
          <a:xfrm>
            <a:off x="8382000" y="4368800"/>
            <a:ext cx="27432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endParaRPr lang="zh-CN" altLang="en-US" sz="1100">
              <a:solidFill>
                <a:srgbClr val="94A3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B9AC930-AA52-0F28-4C40-552FADACFA00}"/>
              </a:ext>
            </a:extLst>
          </p:cNvPr>
          <p:cNvSpPr txBox="1"/>
          <p:nvPr/>
        </p:nvSpPr>
        <p:spPr>
          <a:xfrm>
            <a:off x="736600" y="5816600"/>
            <a:ext cx="889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200" b="1">
                <a:solidFill>
                  <a:srgbClr val="A3E635"/>
                </a:solidFill>
                <a:latin typeface="Microsoft YaHei" panose="020B0503020204020204" pitchFamily="34" charset="-122"/>
              </a:rPr>
              <a:t>간단한 규칙  </a:t>
            </a:r>
            <a:r>
              <a:rPr lang="en-US" altLang="ko-KR" sz="1200" b="1">
                <a:solidFill>
                  <a:srgbClr val="A3E635"/>
                </a:solidFill>
                <a:latin typeface="Microsoft YaHei" panose="020B0503020204020204" pitchFamily="34" charset="-122"/>
              </a:rPr>
              <a:t>·  </a:t>
            </a:r>
            <a:r>
              <a:rPr lang="ko-KR" altLang="en-US" sz="1200" b="1">
                <a:solidFill>
                  <a:srgbClr val="A3E635"/>
                </a:solidFill>
                <a:latin typeface="Microsoft YaHei" panose="020B0503020204020204" pitchFamily="34" charset="-122"/>
              </a:rPr>
              <a:t>단계별 난이도  </a:t>
            </a:r>
            <a:r>
              <a:rPr lang="en-US" altLang="ko-KR" sz="1200" b="1">
                <a:solidFill>
                  <a:srgbClr val="A3E635"/>
                </a:solidFill>
                <a:latin typeface="Microsoft YaHei" panose="020B0503020204020204" pitchFamily="34" charset="-122"/>
              </a:rPr>
              <a:t>·  </a:t>
            </a:r>
            <a:r>
              <a:rPr lang="ko-KR" altLang="en-US" sz="1200" b="1">
                <a:solidFill>
                  <a:srgbClr val="A3E635"/>
                </a:solidFill>
                <a:latin typeface="Microsoft YaHei" panose="020B0503020204020204" pitchFamily="34" charset="-122"/>
              </a:rPr>
              <a:t>다양한 기기 지원</a:t>
            </a:r>
            <a:endParaRPr lang="zh-CN" altLang="en-US" sz="1200" b="1">
              <a:solidFill>
                <a:srgbClr val="A3E63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DCD1788C-0A22-2D7A-6CE4-202DB26045AA}"/>
              </a:ext>
            </a:extLst>
          </p:cNvPr>
          <p:cNvSpPr txBox="1"/>
          <p:nvPr/>
        </p:nvSpPr>
        <p:spPr>
          <a:xfrm>
            <a:off x="1016000" y="2679700"/>
            <a:ext cx="5715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300" b="1">
                <a:solidFill>
                  <a:srgbClr val="A3E635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1300" b="1">
              <a:solidFill>
                <a:srgbClr val="A3E63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4CFE14D-7A6D-0362-B6B6-0201A0AE7141}"/>
              </a:ext>
            </a:extLst>
          </p:cNvPr>
          <p:cNvSpPr txBox="1"/>
          <p:nvPr/>
        </p:nvSpPr>
        <p:spPr>
          <a:xfrm>
            <a:off x="1016000" y="32004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b="1">
                <a:solidFill>
                  <a:srgbClr val="E2E2F0"/>
                </a:solidFill>
                <a:latin typeface="Microsoft YaHei" panose="020B0503020204020204" pitchFamily="34" charset="-122"/>
              </a:rPr>
              <a:t>고양이 도우미</a:t>
            </a:r>
            <a:endParaRPr lang="zh-CN" altLang="en-US" b="1">
              <a:solidFill>
                <a:srgbClr val="E2E2F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8CAFE3A0-ABE1-95A1-73D3-1D22EF32CAFA}"/>
              </a:ext>
            </a:extLst>
          </p:cNvPr>
          <p:cNvSpPr txBox="1"/>
          <p:nvPr/>
        </p:nvSpPr>
        <p:spPr>
          <a:xfrm>
            <a:off x="1016000" y="3822700"/>
            <a:ext cx="2794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22D3EE"/>
                </a:solidFill>
                <a:latin typeface="Microsoft YaHei" panose="020B0503020204020204" pitchFamily="34" charset="-122"/>
              </a:rPr>
              <a:t>🐱  ✨  💬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9923E10-32FC-61E2-5D8F-B767472449E5}"/>
              </a:ext>
            </a:extLst>
          </p:cNvPr>
          <p:cNvSpPr txBox="1"/>
          <p:nvPr/>
        </p:nvSpPr>
        <p:spPr>
          <a:xfrm>
            <a:off x="1016000" y="4394200"/>
            <a:ext cx="27432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00">
                <a:solidFill>
                  <a:srgbClr val="94A3B8"/>
                </a:solidFill>
                <a:latin typeface="Microsoft YaHei" panose="020B0503020204020204" pitchFamily="34" charset="-122"/>
              </a:rPr>
              <a:t>먹이</a:t>
            </a:r>
            <a:r>
              <a:rPr lang="en-US" altLang="ko-KR" sz="1100">
                <a:solidFill>
                  <a:srgbClr val="94A3B8"/>
                </a:solidFill>
                <a:latin typeface="Microsoft YaHei" panose="020B0503020204020204" pitchFamily="34" charset="-122"/>
              </a:rPr>
              <a:t>·</a:t>
            </a:r>
            <a:r>
              <a:rPr lang="ko-KR" altLang="en-US" sz="1100">
                <a:solidFill>
                  <a:srgbClr val="94A3B8"/>
                </a:solidFill>
                <a:latin typeface="Microsoft YaHei" panose="020B0503020204020204" pitchFamily="34" charset="-122"/>
              </a:rPr>
              <a:t>콤보</a:t>
            </a:r>
            <a:r>
              <a:rPr lang="en-US" altLang="ko-KR" sz="1100">
                <a:solidFill>
                  <a:srgbClr val="94A3B8"/>
                </a:solidFill>
                <a:latin typeface="Microsoft YaHei" panose="020B0503020204020204" pitchFamily="34" charset="-122"/>
              </a:rPr>
              <a:t>·</a:t>
            </a:r>
            <a:r>
              <a:rPr lang="ko-KR" altLang="en-US" sz="1100">
                <a:solidFill>
                  <a:srgbClr val="94A3B8"/>
                </a:solidFill>
                <a:latin typeface="Microsoft YaHei" panose="020B0503020204020204" pitchFamily="34" charset="-122"/>
              </a:rPr>
              <a:t>레벨업 등 주요 순간에 표정과 대사로 반응합니다</a:t>
            </a:r>
            <a:r>
              <a:rPr lang="en-US" altLang="ko-KR" sz="1100">
                <a:solidFill>
                  <a:srgbClr val="94A3B8"/>
                </a:solidFill>
                <a:latin typeface="Microsoft YaHei" panose="020B0503020204020204" pitchFamily="34" charset="-122"/>
              </a:rPr>
              <a:t>.</a:t>
            </a:r>
            <a:endParaRPr lang="zh-CN" altLang="en-US" sz="1100">
              <a:solidFill>
                <a:srgbClr val="94A3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CA629103-8437-C768-4A25-365884C7E9F8}"/>
              </a:ext>
            </a:extLst>
          </p:cNvPr>
          <p:cNvSpPr txBox="1"/>
          <p:nvPr/>
        </p:nvSpPr>
        <p:spPr>
          <a:xfrm>
            <a:off x="1016000" y="4699000"/>
            <a:ext cx="27432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00">
                <a:solidFill>
                  <a:srgbClr val="94A3B8"/>
                </a:solidFill>
                <a:latin typeface="Microsoft YaHei" panose="020B0503020204020204" pitchFamily="34" charset="-122"/>
              </a:rPr>
              <a:t>몬스터를 미리 알려주고</a:t>
            </a:r>
            <a:r>
              <a:rPr lang="en-US" altLang="ko-KR" sz="1100">
                <a:solidFill>
                  <a:srgbClr val="94A3B8"/>
                </a:solidFill>
                <a:latin typeface="Microsoft YaHei" panose="020B0503020204020204" pitchFamily="34" charset="-122"/>
              </a:rPr>
              <a:t>, </a:t>
            </a:r>
            <a:r>
              <a:rPr lang="ko-KR" altLang="en-US" sz="1100">
                <a:solidFill>
                  <a:srgbClr val="94A3B8"/>
                </a:solidFill>
                <a:latin typeface="Microsoft YaHei" panose="020B0503020204020204" pitchFamily="34" charset="-122"/>
              </a:rPr>
              <a:t>언어</a:t>
            </a:r>
            <a:r>
              <a:rPr lang="en-US" altLang="ko-KR" sz="1100">
                <a:solidFill>
                  <a:srgbClr val="94A3B8"/>
                </a:solidFill>
                <a:latin typeface="Microsoft YaHei" panose="020B0503020204020204" pitchFamily="34" charset="-122"/>
              </a:rPr>
              <a:t>·</a:t>
            </a:r>
            <a:r>
              <a:rPr lang="ko-KR" altLang="en-US" sz="1100">
                <a:solidFill>
                  <a:srgbClr val="94A3B8"/>
                </a:solidFill>
                <a:latin typeface="Microsoft YaHei" panose="020B0503020204020204" pitchFamily="34" charset="-122"/>
              </a:rPr>
              <a:t>수다 설정을 지원합니다</a:t>
            </a:r>
            <a:r>
              <a:rPr lang="en-US" altLang="ko-KR" sz="1100">
                <a:solidFill>
                  <a:srgbClr val="94A3B8"/>
                </a:solidFill>
                <a:latin typeface="Microsoft YaHei" panose="020B0503020204020204" pitchFamily="34" charset="-122"/>
              </a:rPr>
              <a:t>.</a:t>
            </a:r>
            <a:endParaRPr lang="zh-CN" altLang="en-US" sz="1100">
              <a:solidFill>
                <a:srgbClr val="94A3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8CD2DC14-2576-1C2A-1671-FDEE5BAD0A59}"/>
              </a:ext>
            </a:extLst>
          </p:cNvPr>
          <p:cNvSpPr txBox="1"/>
          <p:nvPr/>
        </p:nvSpPr>
        <p:spPr>
          <a:xfrm>
            <a:off x="4699000" y="2679700"/>
            <a:ext cx="5715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300" b="1">
                <a:solidFill>
                  <a:srgbClr val="22D3EE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1300" b="1">
              <a:solidFill>
                <a:srgbClr val="22D3E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CF21DFD6-1207-C40E-EC95-0A31EAB83514}"/>
              </a:ext>
            </a:extLst>
          </p:cNvPr>
          <p:cNvSpPr txBox="1"/>
          <p:nvPr/>
        </p:nvSpPr>
        <p:spPr>
          <a:xfrm>
            <a:off x="4699000" y="32004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b="1">
                <a:solidFill>
                  <a:srgbClr val="E2E2F0"/>
                </a:solidFill>
                <a:latin typeface="Microsoft YaHei" panose="020B0503020204020204" pitchFamily="34" charset="-122"/>
              </a:rPr>
              <a:t>몸에 닿아도 계속 플레이</a:t>
            </a:r>
            <a:endParaRPr lang="zh-CN" altLang="en-US" b="1">
              <a:solidFill>
                <a:srgbClr val="E2E2F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CC08BFA8-8F17-F40F-CBC3-C00AA29687FF}"/>
              </a:ext>
            </a:extLst>
          </p:cNvPr>
          <p:cNvSpPr txBox="1"/>
          <p:nvPr/>
        </p:nvSpPr>
        <p:spPr>
          <a:xfrm>
            <a:off x="4699000" y="3822700"/>
            <a:ext cx="2794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400" b="1">
                <a:solidFill>
                  <a:srgbClr val="F470B6"/>
                </a:solidFill>
                <a:latin typeface="Microsoft YaHei" panose="020B0503020204020204" pitchFamily="34" charset="-122"/>
              </a:rPr>
              <a:t>🐍  몸이 한 칸 줄어요</a:t>
            </a:r>
            <a:endParaRPr lang="zh-CN" altLang="en-US" sz="1400" b="1">
              <a:solidFill>
                <a:srgbClr val="F470B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149F6F20-ACB4-FDB5-DFFB-BE41AB80DCDC}"/>
              </a:ext>
            </a:extLst>
          </p:cNvPr>
          <p:cNvSpPr txBox="1"/>
          <p:nvPr/>
        </p:nvSpPr>
        <p:spPr>
          <a:xfrm>
            <a:off x="4699000" y="4368800"/>
            <a:ext cx="27432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00">
                <a:solidFill>
                  <a:srgbClr val="94A3B8"/>
                </a:solidFill>
                <a:latin typeface="Microsoft YaHei" panose="020B0503020204020204" pitchFamily="34" charset="-122"/>
              </a:rPr>
              <a:t>몸에 부딪히면 한 칸 줄어요</a:t>
            </a:r>
            <a:r>
              <a:rPr lang="en-US" altLang="ko-KR" sz="1100">
                <a:solidFill>
                  <a:srgbClr val="94A3B8"/>
                </a:solidFill>
                <a:latin typeface="Microsoft YaHei" panose="020B0503020204020204" pitchFamily="34" charset="-122"/>
              </a:rPr>
              <a:t>.</a:t>
            </a:r>
            <a:endParaRPr lang="zh-CN" altLang="en-US" sz="1100">
              <a:solidFill>
                <a:srgbClr val="94A3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47D5AB31-3EED-2E76-A82D-9C57342E2D52}"/>
              </a:ext>
            </a:extLst>
          </p:cNvPr>
          <p:cNvSpPr txBox="1"/>
          <p:nvPr/>
        </p:nvSpPr>
        <p:spPr>
          <a:xfrm>
            <a:off x="4699000" y="4749800"/>
            <a:ext cx="27432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00">
                <a:solidFill>
                  <a:srgbClr val="94A3B8"/>
                </a:solidFill>
                <a:latin typeface="Microsoft YaHei" panose="020B0503020204020204" pitchFamily="34" charset="-122"/>
              </a:rPr>
              <a:t>몸이 남아 있으면 계속 플레이</a:t>
            </a:r>
            <a:r>
              <a:rPr lang="en-US" altLang="ko-KR" sz="1100">
                <a:solidFill>
                  <a:srgbClr val="94A3B8"/>
                </a:solidFill>
                <a:latin typeface="Microsoft YaHei" panose="020B0503020204020204" pitchFamily="34" charset="-122"/>
              </a:rPr>
              <a:t>!</a:t>
            </a:r>
            <a:endParaRPr lang="zh-CN" altLang="en-US" sz="1100">
              <a:solidFill>
                <a:srgbClr val="94A3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29F65650-4193-3B7D-E8A7-EF6D5BB1740E}"/>
              </a:ext>
            </a:extLst>
          </p:cNvPr>
          <p:cNvSpPr txBox="1"/>
          <p:nvPr/>
        </p:nvSpPr>
        <p:spPr>
          <a:xfrm>
            <a:off x="4699000" y="5054600"/>
            <a:ext cx="27432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00">
                <a:solidFill>
                  <a:srgbClr val="94A3B8"/>
                </a:solidFill>
                <a:latin typeface="Microsoft YaHei" panose="020B0503020204020204" pitchFamily="34" charset="-122"/>
              </a:rPr>
              <a:t>벽에 닿거나 몸이 너무 짧으면 게임 오버</a:t>
            </a:r>
            <a:r>
              <a:rPr lang="en-US" altLang="ko-KR" sz="1100">
                <a:solidFill>
                  <a:srgbClr val="94A3B8"/>
                </a:solidFill>
                <a:latin typeface="Microsoft YaHei" panose="020B0503020204020204" pitchFamily="34" charset="-122"/>
              </a:rPr>
              <a:t>.</a:t>
            </a:r>
            <a:endParaRPr lang="zh-CN" altLang="en-US" sz="1100">
              <a:solidFill>
                <a:srgbClr val="94A3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445F6EE7-FFA1-1850-3D36-0961B019E3D6}"/>
              </a:ext>
            </a:extLst>
          </p:cNvPr>
          <p:cNvSpPr txBox="1"/>
          <p:nvPr/>
        </p:nvSpPr>
        <p:spPr>
          <a:xfrm>
            <a:off x="8382000" y="2679700"/>
            <a:ext cx="5715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300" b="1">
                <a:solidFill>
                  <a:srgbClr val="F470B6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1300" b="1">
              <a:solidFill>
                <a:srgbClr val="F470B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02EBCA6E-9823-F83C-A773-260E614116CF}"/>
              </a:ext>
            </a:extLst>
          </p:cNvPr>
          <p:cNvSpPr txBox="1"/>
          <p:nvPr/>
        </p:nvSpPr>
        <p:spPr>
          <a:xfrm>
            <a:off x="8382000" y="32004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b="1">
                <a:solidFill>
                  <a:srgbClr val="E2E2F0"/>
                </a:solidFill>
                <a:latin typeface="Microsoft YaHei" panose="020B0503020204020204" pitchFamily="34" charset="-122"/>
              </a:rPr>
              <a:t>100</a:t>
            </a:r>
            <a:r>
              <a:rPr lang="ko-KR" altLang="en-US" b="1">
                <a:solidFill>
                  <a:srgbClr val="E2E2F0"/>
                </a:solidFill>
                <a:latin typeface="Microsoft YaHei" panose="020B0503020204020204" pitchFamily="34" charset="-122"/>
              </a:rPr>
              <a:t>점부터 몬스터 등장</a:t>
            </a:r>
            <a:endParaRPr lang="zh-CN" altLang="en-US" b="1">
              <a:solidFill>
                <a:srgbClr val="E2E2F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86B62875-7B8F-E3FA-0C27-BBBADCDBB968}"/>
              </a:ext>
            </a:extLst>
          </p:cNvPr>
          <p:cNvSpPr txBox="1"/>
          <p:nvPr/>
        </p:nvSpPr>
        <p:spPr>
          <a:xfrm>
            <a:off x="8382000" y="3822700"/>
            <a:ext cx="27432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00" b="1">
                <a:solidFill>
                  <a:srgbClr val="22D3EE"/>
                </a:solidFill>
                <a:latin typeface="Microsoft YaHei" panose="020B0503020204020204" pitchFamily="34" charset="-122"/>
              </a:rPr>
              <a:t>👾  첫 몬스터</a:t>
            </a:r>
            <a:r>
              <a:rPr lang="en-US" altLang="ko-KR" sz="1100" b="1">
                <a:solidFill>
                  <a:srgbClr val="22D3EE"/>
                </a:solidFill>
                <a:latin typeface="Microsoft YaHei" panose="020B0503020204020204" pitchFamily="34" charset="-122"/>
              </a:rPr>
              <a:t>: 100</a:t>
            </a:r>
            <a:r>
              <a:rPr lang="ko-KR" altLang="en-US" sz="1100" b="1">
                <a:solidFill>
                  <a:srgbClr val="22D3EE"/>
                </a:solidFill>
                <a:latin typeface="Microsoft YaHei" panose="020B0503020204020204" pitchFamily="34" charset="-122"/>
              </a:rPr>
              <a:t>점</a:t>
            </a:r>
            <a:endParaRPr lang="zh-CN" altLang="en-US" sz="1100" b="1">
              <a:solidFill>
                <a:srgbClr val="22D3E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E9E83976-9380-0139-E7A7-4F0B815A1012}"/>
              </a:ext>
            </a:extLst>
          </p:cNvPr>
          <p:cNvSpPr txBox="1"/>
          <p:nvPr/>
        </p:nvSpPr>
        <p:spPr>
          <a:xfrm>
            <a:off x="8382000" y="4368800"/>
            <a:ext cx="27432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00">
                <a:solidFill>
                  <a:srgbClr val="94A3B8"/>
                </a:solidFill>
                <a:latin typeface="Microsoft YaHei" panose="020B0503020204020204" pitchFamily="34" charset="-122"/>
              </a:rPr>
              <a:t>점수가 </a:t>
            </a:r>
            <a:r>
              <a:rPr lang="en-US" altLang="ko-KR" sz="1100">
                <a:solidFill>
                  <a:srgbClr val="94A3B8"/>
                </a:solidFill>
                <a:latin typeface="Microsoft YaHei" panose="020B0503020204020204" pitchFamily="34" charset="-122"/>
              </a:rPr>
              <a:t>100</a:t>
            </a:r>
            <a:r>
              <a:rPr lang="ko-KR" altLang="en-US" sz="1100">
                <a:solidFill>
                  <a:srgbClr val="94A3B8"/>
                </a:solidFill>
                <a:latin typeface="Microsoft YaHei" panose="020B0503020204020204" pitchFamily="34" charset="-122"/>
              </a:rPr>
              <a:t>점 더 오를 때마다 한 마리씩 추가됩니다</a:t>
            </a:r>
            <a:r>
              <a:rPr lang="en-US" altLang="ko-KR" sz="1100">
                <a:solidFill>
                  <a:srgbClr val="94A3B8"/>
                </a:solidFill>
                <a:latin typeface="Microsoft YaHei" panose="020B0503020204020204" pitchFamily="34" charset="-122"/>
              </a:rPr>
              <a:t>.</a:t>
            </a:r>
            <a:endParaRPr lang="zh-CN" altLang="en-US" sz="1100">
              <a:solidFill>
                <a:srgbClr val="94A3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E68CB2F4-C34C-F7C1-A467-6DF5930B2B74}"/>
              </a:ext>
            </a:extLst>
          </p:cNvPr>
          <p:cNvSpPr txBox="1"/>
          <p:nvPr/>
        </p:nvSpPr>
        <p:spPr>
          <a:xfrm>
            <a:off x="8382000" y="4749800"/>
            <a:ext cx="27432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00">
                <a:solidFill>
                  <a:srgbClr val="94A3B8"/>
                </a:solidFill>
                <a:latin typeface="Microsoft YaHei" panose="020B0503020204020204" pitchFamily="34" charset="-122"/>
              </a:rPr>
              <a:t>최대 </a:t>
            </a:r>
            <a:r>
              <a:rPr lang="en-US" altLang="ko-KR" sz="1100">
                <a:solidFill>
                  <a:srgbClr val="94A3B8"/>
                </a:solidFill>
                <a:latin typeface="Microsoft YaHei" panose="020B0503020204020204" pitchFamily="34" charset="-122"/>
              </a:rPr>
              <a:t>3</a:t>
            </a:r>
            <a:r>
              <a:rPr lang="ko-KR" altLang="en-US" sz="1100">
                <a:solidFill>
                  <a:srgbClr val="94A3B8"/>
                </a:solidFill>
                <a:latin typeface="Microsoft YaHei" panose="020B0503020204020204" pitchFamily="34" charset="-122"/>
              </a:rPr>
              <a:t>마리까지 늘어나니 움직임을 살피며 피하세요</a:t>
            </a:r>
            <a:r>
              <a:rPr lang="en-US" altLang="ko-KR" sz="1100">
                <a:solidFill>
                  <a:srgbClr val="94A3B8"/>
                </a:solidFill>
                <a:latin typeface="Microsoft YaHei" panose="020B0503020204020204" pitchFamily="34" charset="-122"/>
              </a:rPr>
              <a:t>.</a:t>
            </a:r>
            <a:endParaRPr lang="zh-CN" altLang="en-US" sz="1100">
              <a:solidFill>
                <a:srgbClr val="94A3B8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37925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animBg="1"/>
      <p:bldP spid="9" grpId="0" animBg="1"/>
      <p:bldP spid="10" grpId="0" animBg="1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51AC6E7-EF22-8C0F-6980-D7DCD53AF05F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3E63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5DCF930-7D73-5FC4-134D-74B481653B25}"/>
              </a:ext>
            </a:extLst>
          </p:cNvPr>
          <p:cNvSpPr/>
          <p:nvPr/>
        </p:nvSpPr>
        <p:spPr>
          <a:xfrm>
            <a:off x="736600" y="6261100"/>
            <a:ext cx="10718800" cy="12700"/>
          </a:xfrm>
          <a:prstGeom prst="rect">
            <a:avLst/>
          </a:prstGeom>
          <a:solidFill>
            <a:srgbClr val="28354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FAA31D4-DA70-CF8A-04C6-8673F0BCF633}"/>
              </a:ext>
            </a:extLst>
          </p:cNvPr>
          <p:cNvSpPr txBox="1"/>
          <p:nvPr/>
        </p:nvSpPr>
        <p:spPr>
          <a:xfrm>
            <a:off x="736600" y="6438900"/>
            <a:ext cx="5080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800" b="1">
                <a:solidFill>
                  <a:srgbClr val="94A3B8"/>
                </a:solidFill>
                <a:latin typeface="Microsoft YaHei" panose="020B0503020204020204" pitchFamily="34" charset="-122"/>
              </a:rPr>
              <a:t>NEON SNAKE   /   </a:t>
            </a:r>
            <a:r>
              <a:rPr lang="ko-KR" altLang="en-US" sz="800" b="1">
                <a:solidFill>
                  <a:srgbClr val="94A3B8"/>
                </a:solidFill>
                <a:latin typeface="Microsoft YaHei" panose="020B0503020204020204" pitchFamily="34" charset="-122"/>
              </a:rPr>
              <a:t>게임을 위해 설계</a:t>
            </a:r>
            <a:endParaRPr lang="zh-CN" altLang="en-US" sz="800" b="1">
              <a:solidFill>
                <a:srgbClr val="94A3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A7DA042-D998-89C6-5B5D-5A642DAECCAA}"/>
              </a:ext>
            </a:extLst>
          </p:cNvPr>
          <p:cNvSpPr txBox="1"/>
          <p:nvPr/>
        </p:nvSpPr>
        <p:spPr>
          <a:xfrm>
            <a:off x="736600" y="533400"/>
            <a:ext cx="457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 b="1">
                <a:solidFill>
                  <a:srgbClr val="A3E635"/>
                </a:solidFill>
                <a:latin typeface="Microsoft YaHei" panose="020B0503020204020204" pitchFamily="34" charset="-122"/>
              </a:rPr>
              <a:t>02  /  </a:t>
            </a:r>
            <a:r>
              <a:rPr lang="ko-KR" altLang="en-US" sz="1000" b="1">
                <a:solidFill>
                  <a:srgbClr val="A3E635"/>
                </a:solidFill>
                <a:latin typeface="Microsoft YaHei" panose="020B0503020204020204" pitchFamily="34" charset="-122"/>
              </a:rPr>
              <a:t>게임을 위해 설계</a:t>
            </a:r>
            <a:endParaRPr lang="zh-CN" altLang="en-US" sz="1000" b="1">
              <a:solidFill>
                <a:srgbClr val="A3E63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9C0BC9E-8A23-37BE-74ED-C379445EB21D}"/>
              </a:ext>
            </a:extLst>
          </p:cNvPr>
          <p:cNvSpPr txBox="1"/>
          <p:nvPr/>
        </p:nvSpPr>
        <p:spPr>
          <a:xfrm>
            <a:off x="736600" y="927100"/>
            <a:ext cx="10668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300" b="1">
                <a:solidFill>
                  <a:srgbClr val="E2E2F0"/>
                </a:solidFill>
                <a:latin typeface="Microsoft YaHei" panose="020B0503020204020204" pitchFamily="34" charset="-122"/>
              </a:rPr>
              <a:t>작지만 완성도 높은 경험</a:t>
            </a:r>
            <a:r>
              <a:rPr lang="en-US" altLang="ko-KR" sz="2300" b="1">
                <a:solidFill>
                  <a:srgbClr val="E2E2F0"/>
                </a:solidFill>
                <a:latin typeface="Microsoft YaHei" panose="020B0503020204020204" pitchFamily="34" charset="-122"/>
              </a:rPr>
              <a:t>: </a:t>
            </a:r>
            <a:r>
              <a:rPr lang="ko-KR" altLang="en-US" sz="2300" b="1">
                <a:solidFill>
                  <a:srgbClr val="E2E2F0"/>
                </a:solidFill>
                <a:latin typeface="Microsoft YaHei" panose="020B0503020204020204" pitchFamily="34" charset="-122"/>
              </a:rPr>
              <a:t>비주얼부터 조작까지</a:t>
            </a:r>
            <a:endParaRPr lang="zh-CN" altLang="en-US" sz="2300" b="1">
              <a:solidFill>
                <a:srgbClr val="E2E2F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8F63418-05ED-AC8A-02C7-A4B09CF72528}"/>
              </a:ext>
            </a:extLst>
          </p:cNvPr>
          <p:cNvSpPr txBox="1"/>
          <p:nvPr/>
        </p:nvSpPr>
        <p:spPr>
          <a:xfrm>
            <a:off x="762000" y="1600200"/>
            <a:ext cx="10541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200">
                <a:solidFill>
                  <a:srgbClr val="94A3B8"/>
                </a:solidFill>
                <a:latin typeface="Microsoft YaHei" panose="020B0503020204020204" pitchFamily="34" charset="-122"/>
              </a:rPr>
              <a:t>설치나 빌드 과정 없이 브라우저에서 실행됩니다</a:t>
            </a:r>
            <a:r>
              <a:rPr lang="en-US" altLang="ko-KR" sz="1200">
                <a:solidFill>
                  <a:srgbClr val="94A3B8"/>
                </a:solidFill>
                <a:latin typeface="Microsoft YaHei" panose="020B0503020204020204" pitchFamily="34" charset="-122"/>
              </a:rPr>
              <a:t>. </a:t>
            </a:r>
            <a:r>
              <a:rPr lang="ko-KR" altLang="en-US" sz="1200">
                <a:solidFill>
                  <a:srgbClr val="94A3B8"/>
                </a:solidFill>
                <a:latin typeface="Microsoft YaHei" panose="020B0503020204020204" pitchFamily="34" charset="-122"/>
              </a:rPr>
              <a:t>핵심 플레이와 편의 기능을 한 페이지에 담았습니다</a:t>
            </a:r>
            <a:r>
              <a:rPr lang="en-US" altLang="ko-KR" sz="1200">
                <a:solidFill>
                  <a:srgbClr val="94A3B8"/>
                </a:solidFill>
                <a:latin typeface="Microsoft YaHei" panose="020B0503020204020204" pitchFamily="34" charset="-122"/>
              </a:rPr>
              <a:t>.</a:t>
            </a:r>
            <a:endParaRPr lang="zh-CN" altLang="en-US" sz="1200">
              <a:solidFill>
                <a:srgbClr val="94A3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E4D05548-2346-00B9-02DD-1A65C9978673}"/>
              </a:ext>
            </a:extLst>
          </p:cNvPr>
          <p:cNvSpPr/>
          <p:nvPr/>
        </p:nvSpPr>
        <p:spPr>
          <a:xfrm>
            <a:off x="736600" y="2413000"/>
            <a:ext cx="6350000" cy="3111500"/>
          </a:xfrm>
          <a:prstGeom prst="roundRect">
            <a:avLst/>
          </a:prstGeom>
          <a:solidFill>
            <a:srgbClr val="0F16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615E063-410E-01A0-D86C-86F812595FEE}"/>
              </a:ext>
            </a:extLst>
          </p:cNvPr>
          <p:cNvSpPr txBox="1"/>
          <p:nvPr/>
        </p:nvSpPr>
        <p:spPr>
          <a:xfrm>
            <a:off x="1041400" y="2679700"/>
            <a:ext cx="2540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700" b="1">
                <a:solidFill>
                  <a:srgbClr val="E2E2F0"/>
                </a:solidFill>
                <a:latin typeface="Microsoft YaHei" panose="020B0503020204020204" pitchFamily="34" charset="-122"/>
              </a:rPr>
              <a:t>제품 구현</a:t>
            </a:r>
            <a:endParaRPr lang="zh-CN" altLang="en-US" sz="1700" b="1">
              <a:solidFill>
                <a:srgbClr val="E2E2F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C92ADD8-5781-87C2-5329-388294713894}"/>
              </a:ext>
            </a:extLst>
          </p:cNvPr>
          <p:cNvSpPr txBox="1"/>
          <p:nvPr/>
        </p:nvSpPr>
        <p:spPr>
          <a:xfrm>
            <a:off x="1041400" y="3352800"/>
            <a:ext cx="40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endParaRPr lang="zh-CN" altLang="en-US" sz="1100" b="1">
              <a:solidFill>
                <a:srgbClr val="A3E635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010AB88-3BDE-18A5-8A51-CACBC98AB7C2}"/>
              </a:ext>
            </a:extLst>
          </p:cNvPr>
          <p:cNvSpPr txBox="1"/>
          <p:nvPr/>
        </p:nvSpPr>
        <p:spPr>
          <a:xfrm>
            <a:off x="1600200" y="3352800"/>
            <a:ext cx="4953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endParaRPr lang="zh-CN" altLang="en-US" sz="1300" b="1">
              <a:solidFill>
                <a:srgbClr val="E2E2F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119ECC3-1732-3CE7-C717-93C6ABAE4082}"/>
              </a:ext>
            </a:extLst>
          </p:cNvPr>
          <p:cNvSpPr txBox="1"/>
          <p:nvPr/>
        </p:nvSpPr>
        <p:spPr>
          <a:xfrm>
            <a:off x="1600200" y="3657600"/>
            <a:ext cx="4953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endParaRPr lang="zh-CN" altLang="en-US" sz="1000">
              <a:solidFill>
                <a:srgbClr val="94A3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C3CFF13-7F02-50CC-6AE5-4CB9D5EE5D01}"/>
              </a:ext>
            </a:extLst>
          </p:cNvPr>
          <p:cNvSpPr txBox="1"/>
          <p:nvPr/>
        </p:nvSpPr>
        <p:spPr>
          <a:xfrm>
            <a:off x="1041400" y="4076700"/>
            <a:ext cx="40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endParaRPr lang="zh-CN" altLang="en-US" sz="1100" b="1">
              <a:solidFill>
                <a:srgbClr val="A3E635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234232D-739A-A825-F8DB-DDF88B5340E4}"/>
              </a:ext>
            </a:extLst>
          </p:cNvPr>
          <p:cNvSpPr txBox="1"/>
          <p:nvPr/>
        </p:nvSpPr>
        <p:spPr>
          <a:xfrm>
            <a:off x="1600200" y="4076700"/>
            <a:ext cx="4953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endParaRPr lang="zh-CN" altLang="en-US" sz="1300" b="1">
              <a:solidFill>
                <a:srgbClr val="E2E2F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310817C-44C0-5A52-5A33-DC9CBA741F0D}"/>
              </a:ext>
            </a:extLst>
          </p:cNvPr>
          <p:cNvSpPr txBox="1"/>
          <p:nvPr/>
        </p:nvSpPr>
        <p:spPr>
          <a:xfrm>
            <a:off x="1600200" y="4381500"/>
            <a:ext cx="4953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endParaRPr lang="zh-CN" altLang="en-US" sz="1000">
              <a:solidFill>
                <a:srgbClr val="94A3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F2EF7E6-3FEE-C893-AC60-7A99D7639343}"/>
              </a:ext>
            </a:extLst>
          </p:cNvPr>
          <p:cNvSpPr txBox="1"/>
          <p:nvPr/>
        </p:nvSpPr>
        <p:spPr>
          <a:xfrm>
            <a:off x="1041400" y="4800600"/>
            <a:ext cx="40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endParaRPr lang="zh-CN" altLang="en-US" sz="1100" b="1">
              <a:solidFill>
                <a:srgbClr val="A3E635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C7E4D72-E000-EF2F-4A07-C209799A4480}"/>
              </a:ext>
            </a:extLst>
          </p:cNvPr>
          <p:cNvSpPr txBox="1"/>
          <p:nvPr/>
        </p:nvSpPr>
        <p:spPr>
          <a:xfrm>
            <a:off x="1600200" y="4800600"/>
            <a:ext cx="4953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endParaRPr lang="zh-CN" altLang="en-US" sz="1300" b="1">
              <a:solidFill>
                <a:srgbClr val="E2E2F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E65DA95-D115-CF20-9D31-790614EF46C7}"/>
              </a:ext>
            </a:extLst>
          </p:cNvPr>
          <p:cNvSpPr txBox="1"/>
          <p:nvPr/>
        </p:nvSpPr>
        <p:spPr>
          <a:xfrm>
            <a:off x="1600200" y="5105400"/>
            <a:ext cx="4953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endParaRPr lang="zh-CN" altLang="en-US" sz="1000">
              <a:solidFill>
                <a:srgbClr val="94A3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81040A60-BF58-8B59-3B09-DB5E6E44FA9A}"/>
              </a:ext>
            </a:extLst>
          </p:cNvPr>
          <p:cNvSpPr/>
          <p:nvPr/>
        </p:nvSpPr>
        <p:spPr>
          <a:xfrm>
            <a:off x="7416800" y="2413000"/>
            <a:ext cx="4038600" cy="3111500"/>
          </a:xfrm>
          <a:prstGeom prst="roundRect">
            <a:avLst/>
          </a:prstGeom>
          <a:solidFill>
            <a:srgbClr val="131D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9BD4639-735F-F7D2-250A-DF3BA9FC118A}"/>
              </a:ext>
            </a:extLst>
          </p:cNvPr>
          <p:cNvSpPr txBox="1"/>
          <p:nvPr/>
        </p:nvSpPr>
        <p:spPr>
          <a:xfrm>
            <a:off x="7721600" y="2679700"/>
            <a:ext cx="3175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700" b="1">
                <a:solidFill>
                  <a:srgbClr val="E2E2F0"/>
                </a:solidFill>
                <a:latin typeface="Microsoft YaHei" panose="020B0503020204020204" pitchFamily="34" charset="-122"/>
              </a:rPr>
              <a:t>차별화된 경험</a:t>
            </a:r>
            <a:endParaRPr lang="zh-CN" altLang="en-US" sz="1700" b="1">
              <a:solidFill>
                <a:srgbClr val="E2E2F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C46157A-6C3B-91F4-ACF1-E1A2BD58E457}"/>
              </a:ext>
            </a:extLst>
          </p:cNvPr>
          <p:cNvSpPr txBox="1"/>
          <p:nvPr/>
        </p:nvSpPr>
        <p:spPr>
          <a:xfrm>
            <a:off x="7721600" y="3314700"/>
            <a:ext cx="3429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endParaRPr lang="zh-CN" altLang="en-US" sz="1300" b="1">
              <a:solidFill>
                <a:srgbClr val="22D3E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2E3BADA-1C2D-7BD1-82B6-7668FE8E9846}"/>
              </a:ext>
            </a:extLst>
          </p:cNvPr>
          <p:cNvSpPr txBox="1"/>
          <p:nvPr/>
        </p:nvSpPr>
        <p:spPr>
          <a:xfrm>
            <a:off x="7721600" y="3721100"/>
            <a:ext cx="3225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endParaRPr lang="zh-CN" altLang="en-US" sz="1000">
              <a:solidFill>
                <a:srgbClr val="94A3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ADD351E-BA56-9A3C-00A9-CA4D13473C37}"/>
              </a:ext>
            </a:extLst>
          </p:cNvPr>
          <p:cNvSpPr txBox="1"/>
          <p:nvPr/>
        </p:nvSpPr>
        <p:spPr>
          <a:xfrm>
            <a:off x="7721600" y="4470400"/>
            <a:ext cx="3175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endParaRPr lang="zh-CN" altLang="en-US" sz="1400" b="1">
              <a:solidFill>
                <a:srgbClr val="A3E63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D35EEC6E-1B0A-F931-4B52-B553795E7C8C}"/>
              </a:ext>
            </a:extLst>
          </p:cNvPr>
          <p:cNvSpPr txBox="1"/>
          <p:nvPr/>
        </p:nvSpPr>
        <p:spPr>
          <a:xfrm>
            <a:off x="7721600" y="4851400"/>
            <a:ext cx="3225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endParaRPr lang="zh-CN" altLang="en-US" sz="1000">
              <a:solidFill>
                <a:srgbClr val="94A3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8A838F51-9C29-A266-08FD-2A8EE3B03A85}"/>
              </a:ext>
            </a:extLst>
          </p:cNvPr>
          <p:cNvSpPr txBox="1"/>
          <p:nvPr/>
        </p:nvSpPr>
        <p:spPr>
          <a:xfrm>
            <a:off x="736600" y="5816600"/>
            <a:ext cx="6350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400" b="1">
                <a:solidFill>
                  <a:srgbClr val="A3E635"/>
                </a:solidFill>
                <a:latin typeface="Microsoft YaHei" panose="020B0503020204020204" pitchFamily="34" charset="-122"/>
              </a:rPr>
              <a:t>index.html </a:t>
            </a:r>
            <a:r>
              <a:rPr lang="ko-KR" altLang="en-US" sz="1400" b="1">
                <a:solidFill>
                  <a:srgbClr val="A3E635"/>
                </a:solidFill>
                <a:latin typeface="Microsoft YaHei" panose="020B0503020204020204" pitchFamily="34" charset="-122"/>
              </a:rPr>
              <a:t>열기  →  바로 시작</a:t>
            </a:r>
            <a:endParaRPr lang="zh-CN" altLang="en-US" sz="1400" b="1">
              <a:solidFill>
                <a:srgbClr val="A3E63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8698F101-C263-FD94-5144-D24CE9952CFF}"/>
              </a:ext>
            </a:extLst>
          </p:cNvPr>
          <p:cNvSpPr txBox="1"/>
          <p:nvPr/>
        </p:nvSpPr>
        <p:spPr>
          <a:xfrm>
            <a:off x="10160000" y="5867400"/>
            <a:ext cx="1270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000" b="1">
                <a:solidFill>
                  <a:srgbClr val="94A3B8"/>
                </a:solidFill>
                <a:latin typeface="Microsoft YaHei" panose="020B0503020204020204" pitchFamily="34" charset="-122"/>
              </a:rPr>
              <a:t>시청해 주셔서 감사합니다</a:t>
            </a:r>
            <a:endParaRPr lang="zh-CN" altLang="en-US" sz="1000" b="1">
              <a:solidFill>
                <a:srgbClr val="94A3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4F7EE11-F0C2-686E-FEEE-A95E08DAA9AD}"/>
              </a:ext>
            </a:extLst>
          </p:cNvPr>
          <p:cNvSpPr txBox="1"/>
          <p:nvPr/>
        </p:nvSpPr>
        <p:spPr>
          <a:xfrm>
            <a:off x="1041400" y="3352800"/>
            <a:ext cx="40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00" b="1">
                <a:solidFill>
                  <a:srgbClr val="A3E635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1100" b="1">
              <a:solidFill>
                <a:srgbClr val="A3E63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84BFA242-2947-6521-0530-85011F68001D}"/>
              </a:ext>
            </a:extLst>
          </p:cNvPr>
          <p:cNvSpPr txBox="1"/>
          <p:nvPr/>
        </p:nvSpPr>
        <p:spPr>
          <a:xfrm>
            <a:off x="1600200" y="3352800"/>
            <a:ext cx="4953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 b="1">
                <a:solidFill>
                  <a:srgbClr val="E2E2F0"/>
                </a:solidFill>
                <a:latin typeface="Microsoft YaHei" panose="020B0503020204020204" pitchFamily="34" charset="-122"/>
              </a:rPr>
              <a:t>단일 파일로 제공</a:t>
            </a:r>
            <a:endParaRPr lang="zh-CN" altLang="en-US" sz="1300" b="1">
              <a:solidFill>
                <a:srgbClr val="E2E2F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87BE0166-6765-E07A-3FE7-E68F7AE55AAD}"/>
              </a:ext>
            </a:extLst>
          </p:cNvPr>
          <p:cNvSpPr txBox="1"/>
          <p:nvPr/>
        </p:nvSpPr>
        <p:spPr>
          <a:xfrm>
            <a:off x="1600200" y="3657600"/>
            <a:ext cx="4953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>
                <a:solidFill>
                  <a:srgbClr val="94A3B8"/>
                </a:solidFill>
                <a:latin typeface="Microsoft YaHei" panose="020B0503020204020204" pitchFamily="34" charset="-122"/>
              </a:rPr>
              <a:t>HTML / CSS / JavaScript</a:t>
            </a:r>
            <a:r>
              <a:rPr lang="ko-KR" altLang="en-US" sz="1000">
                <a:solidFill>
                  <a:srgbClr val="94A3B8"/>
                </a:solidFill>
                <a:latin typeface="Microsoft YaHei" panose="020B0503020204020204" pitchFamily="34" charset="-122"/>
              </a:rPr>
              <a:t>를 </a:t>
            </a:r>
            <a:r>
              <a:rPr lang="en-US" altLang="zh-CN" sz="1000">
                <a:solidFill>
                  <a:srgbClr val="94A3B8"/>
                </a:solidFill>
                <a:latin typeface="Microsoft YaHei" panose="020B0503020204020204" pitchFamily="34" charset="-122"/>
              </a:rPr>
              <a:t>index.html </a:t>
            </a:r>
            <a:r>
              <a:rPr lang="ko-KR" altLang="en-US" sz="1000">
                <a:solidFill>
                  <a:srgbClr val="94A3B8"/>
                </a:solidFill>
                <a:latin typeface="Microsoft YaHei" panose="020B0503020204020204" pitchFamily="34" charset="-122"/>
              </a:rPr>
              <a:t>하나에 통합</a:t>
            </a:r>
            <a:endParaRPr lang="zh-CN" altLang="en-US" sz="1000">
              <a:solidFill>
                <a:srgbClr val="94A3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DFE7B26E-C03A-EE37-FA31-7C839FF341F8}"/>
              </a:ext>
            </a:extLst>
          </p:cNvPr>
          <p:cNvSpPr txBox="1"/>
          <p:nvPr/>
        </p:nvSpPr>
        <p:spPr>
          <a:xfrm>
            <a:off x="1041400" y="4076700"/>
            <a:ext cx="40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00" b="1">
                <a:solidFill>
                  <a:srgbClr val="A3E635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1100" b="1">
              <a:solidFill>
                <a:srgbClr val="A3E63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0878B20A-F608-F803-9CBF-7907F01C6FBE}"/>
              </a:ext>
            </a:extLst>
          </p:cNvPr>
          <p:cNvSpPr txBox="1"/>
          <p:nvPr/>
        </p:nvSpPr>
        <p:spPr>
          <a:xfrm>
            <a:off x="1600200" y="4076700"/>
            <a:ext cx="4953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 b="1">
                <a:solidFill>
                  <a:srgbClr val="E2E2F0"/>
                </a:solidFill>
                <a:latin typeface="Microsoft YaHei" panose="020B0503020204020204" pitchFamily="34" charset="-122"/>
              </a:rPr>
              <a:t>Canvas </a:t>
            </a:r>
            <a:r>
              <a:rPr lang="ko-KR" altLang="en-US" sz="1300" b="1">
                <a:solidFill>
                  <a:srgbClr val="E2E2F0"/>
                </a:solidFill>
                <a:latin typeface="Microsoft YaHei" panose="020B0503020204020204" pitchFamily="34" charset="-122"/>
              </a:rPr>
              <a:t>기반 게임 화면</a:t>
            </a:r>
            <a:endParaRPr lang="zh-CN" altLang="en-US" sz="1300" b="1">
              <a:solidFill>
                <a:srgbClr val="E2E2F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D2167E94-198C-F5F3-1D96-CFDA7FD55DF3}"/>
              </a:ext>
            </a:extLst>
          </p:cNvPr>
          <p:cNvSpPr txBox="1"/>
          <p:nvPr/>
        </p:nvSpPr>
        <p:spPr>
          <a:xfrm>
            <a:off x="1600200" y="4381500"/>
            <a:ext cx="4953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000">
                <a:solidFill>
                  <a:srgbClr val="94A3B8"/>
                </a:solidFill>
                <a:latin typeface="Microsoft YaHei" panose="020B0503020204020204" pitchFamily="34" charset="-122"/>
              </a:rPr>
              <a:t>네온 뱀</a:t>
            </a:r>
            <a:r>
              <a:rPr lang="en-US" altLang="ko-KR" sz="1000">
                <a:solidFill>
                  <a:srgbClr val="94A3B8"/>
                </a:solidFill>
                <a:latin typeface="Microsoft YaHei" panose="020B0503020204020204" pitchFamily="34" charset="-122"/>
              </a:rPr>
              <a:t>·</a:t>
            </a:r>
            <a:r>
              <a:rPr lang="ko-KR" altLang="en-US" sz="1000">
                <a:solidFill>
                  <a:srgbClr val="94A3B8"/>
                </a:solidFill>
                <a:latin typeface="Microsoft YaHei" panose="020B0503020204020204" pitchFamily="34" charset="-122"/>
              </a:rPr>
              <a:t>격자</a:t>
            </a:r>
            <a:r>
              <a:rPr lang="en-US" altLang="ko-KR" sz="1000">
                <a:solidFill>
                  <a:srgbClr val="94A3B8"/>
                </a:solidFill>
                <a:latin typeface="Microsoft YaHei" panose="020B0503020204020204" pitchFamily="34" charset="-122"/>
              </a:rPr>
              <a:t>·</a:t>
            </a:r>
            <a:r>
              <a:rPr lang="ko-KR" altLang="en-US" sz="1000">
                <a:solidFill>
                  <a:srgbClr val="94A3B8"/>
                </a:solidFill>
                <a:latin typeface="Microsoft YaHei" panose="020B0503020204020204" pitchFamily="34" charset="-122"/>
              </a:rPr>
              <a:t>먹이</a:t>
            </a:r>
            <a:r>
              <a:rPr lang="en-US" altLang="ko-KR" sz="1000">
                <a:solidFill>
                  <a:srgbClr val="94A3B8"/>
                </a:solidFill>
                <a:latin typeface="Microsoft YaHei" panose="020B0503020204020204" pitchFamily="34" charset="-122"/>
              </a:rPr>
              <a:t>·</a:t>
            </a:r>
            <a:r>
              <a:rPr lang="ko-KR" altLang="en-US" sz="1000">
                <a:solidFill>
                  <a:srgbClr val="94A3B8"/>
                </a:solidFill>
                <a:latin typeface="Microsoft YaHei" panose="020B0503020204020204" pitchFamily="34" charset="-122"/>
              </a:rPr>
              <a:t>몬스터</a:t>
            </a:r>
            <a:r>
              <a:rPr lang="en-US" altLang="ko-KR" sz="1000">
                <a:solidFill>
                  <a:srgbClr val="94A3B8"/>
                </a:solidFill>
                <a:latin typeface="Microsoft YaHei" panose="020B0503020204020204" pitchFamily="34" charset="-122"/>
              </a:rPr>
              <a:t>·</a:t>
            </a:r>
            <a:r>
              <a:rPr lang="ko-KR" altLang="en-US" sz="1000">
                <a:solidFill>
                  <a:srgbClr val="94A3B8"/>
                </a:solidFill>
                <a:latin typeface="Microsoft YaHei" panose="020B0503020204020204" pitchFamily="34" charset="-122"/>
              </a:rPr>
              <a:t>파티클 효과</a:t>
            </a:r>
            <a:endParaRPr lang="zh-CN" altLang="en-US" sz="1000">
              <a:solidFill>
                <a:srgbClr val="94A3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8A5D1EEB-7E83-C66B-5C1E-1D054DE068A9}"/>
              </a:ext>
            </a:extLst>
          </p:cNvPr>
          <p:cNvSpPr txBox="1"/>
          <p:nvPr/>
        </p:nvSpPr>
        <p:spPr>
          <a:xfrm>
            <a:off x="1041400" y="4800600"/>
            <a:ext cx="40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00" b="1">
                <a:solidFill>
                  <a:srgbClr val="A3E635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1100" b="1">
              <a:solidFill>
                <a:srgbClr val="A3E63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0F49262A-12E7-5316-6C23-53D0A2D8AE0C}"/>
              </a:ext>
            </a:extLst>
          </p:cNvPr>
          <p:cNvSpPr txBox="1"/>
          <p:nvPr/>
        </p:nvSpPr>
        <p:spPr>
          <a:xfrm>
            <a:off x="1600200" y="4800600"/>
            <a:ext cx="4953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 b="1">
                <a:solidFill>
                  <a:srgbClr val="E2E2F0"/>
                </a:solidFill>
                <a:latin typeface="Microsoft YaHei" panose="020B0503020204020204" pitchFamily="34" charset="-122"/>
              </a:rPr>
              <a:t>브라우저 기본 기능 활용</a:t>
            </a:r>
            <a:endParaRPr lang="zh-CN" altLang="en-US" sz="1300" b="1">
              <a:solidFill>
                <a:srgbClr val="E2E2F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C8AECE28-1975-D8D0-060F-4698E5CC6D28}"/>
              </a:ext>
            </a:extLst>
          </p:cNvPr>
          <p:cNvSpPr txBox="1"/>
          <p:nvPr/>
        </p:nvSpPr>
        <p:spPr>
          <a:xfrm>
            <a:off x="1600200" y="5105400"/>
            <a:ext cx="4953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94A3B8"/>
                </a:solidFill>
                <a:latin typeface="Microsoft YaHei" panose="020B0503020204020204" pitchFamily="34" charset="-122"/>
              </a:rPr>
              <a:t>WebAudio </a:t>
            </a:r>
            <a:r>
              <a:rPr lang="ko-KR" altLang="en-US" sz="1000">
                <a:solidFill>
                  <a:srgbClr val="94A3B8"/>
                </a:solidFill>
                <a:latin typeface="Microsoft YaHei" panose="020B0503020204020204" pitchFamily="34" charset="-122"/>
              </a:rPr>
              <a:t>효과음 </a:t>
            </a:r>
            <a:r>
              <a:rPr lang="en-US" altLang="ko-KR" sz="1000">
                <a:solidFill>
                  <a:srgbClr val="94A3B8"/>
                </a:solidFill>
                <a:latin typeface="Microsoft YaHei" panose="020B0503020204020204" pitchFamily="34" charset="-122"/>
              </a:rPr>
              <a:t>+ localStorage</a:t>
            </a:r>
            <a:r>
              <a:rPr lang="ko-KR" altLang="en-US" sz="1000">
                <a:solidFill>
                  <a:srgbClr val="94A3B8"/>
                </a:solidFill>
                <a:latin typeface="Microsoft YaHei" panose="020B0503020204020204" pitchFamily="34" charset="-122"/>
              </a:rPr>
              <a:t>에 최고 기록과 설정 저장</a:t>
            </a:r>
            <a:endParaRPr lang="zh-CN" altLang="en-US" sz="1000">
              <a:solidFill>
                <a:srgbClr val="94A3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762973C4-FA6B-B92F-10FC-0E911E5A9912}"/>
              </a:ext>
            </a:extLst>
          </p:cNvPr>
          <p:cNvSpPr txBox="1"/>
          <p:nvPr/>
        </p:nvSpPr>
        <p:spPr>
          <a:xfrm>
            <a:off x="7721600" y="3200400"/>
            <a:ext cx="3429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400" b="1">
                <a:solidFill>
                  <a:srgbClr val="22D3EE"/>
                </a:solidFill>
                <a:latin typeface="Microsoft YaHei" panose="020B0503020204020204" pitchFamily="34" charset="-122"/>
              </a:rPr>
              <a:t>🐱 플레이에 반응하는 고양이 도우미</a:t>
            </a:r>
            <a:endParaRPr lang="zh-CN" altLang="en-US" sz="1400" b="1">
              <a:solidFill>
                <a:srgbClr val="22D3E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6EBE7220-4426-5D61-C63D-3ED774857544}"/>
              </a:ext>
            </a:extLst>
          </p:cNvPr>
          <p:cNvSpPr txBox="1"/>
          <p:nvPr/>
        </p:nvSpPr>
        <p:spPr>
          <a:xfrm>
            <a:off x="7721600" y="3479800"/>
            <a:ext cx="32258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000">
                <a:solidFill>
                  <a:srgbClr val="94A3B8"/>
                </a:solidFill>
                <a:latin typeface="Microsoft YaHei" panose="020B0503020204020204" pitchFamily="34" charset="-122"/>
              </a:rPr>
              <a:t>먹이</a:t>
            </a:r>
            <a:r>
              <a:rPr lang="en-US" altLang="ko-KR" sz="1000">
                <a:solidFill>
                  <a:srgbClr val="94A3B8"/>
                </a:solidFill>
                <a:latin typeface="Microsoft YaHei" panose="020B0503020204020204" pitchFamily="34" charset="-122"/>
              </a:rPr>
              <a:t>·</a:t>
            </a:r>
            <a:r>
              <a:rPr lang="ko-KR" altLang="en-US" sz="1000">
                <a:solidFill>
                  <a:srgbClr val="94A3B8"/>
                </a:solidFill>
                <a:latin typeface="Microsoft YaHei" panose="020B0503020204020204" pitchFamily="34" charset="-122"/>
              </a:rPr>
              <a:t>콤보</a:t>
            </a:r>
            <a:r>
              <a:rPr lang="en-US" altLang="ko-KR" sz="1000">
                <a:solidFill>
                  <a:srgbClr val="94A3B8"/>
                </a:solidFill>
                <a:latin typeface="Microsoft YaHei" panose="020B0503020204020204" pitchFamily="34" charset="-122"/>
              </a:rPr>
              <a:t>·</a:t>
            </a:r>
            <a:r>
              <a:rPr lang="ko-KR" altLang="en-US" sz="1000">
                <a:solidFill>
                  <a:srgbClr val="94A3B8"/>
                </a:solidFill>
                <a:latin typeface="Microsoft YaHei" panose="020B0503020204020204" pitchFamily="34" charset="-122"/>
              </a:rPr>
              <a:t>레벨업</a:t>
            </a:r>
            <a:r>
              <a:rPr lang="en-US" altLang="ko-KR" sz="1000">
                <a:solidFill>
                  <a:srgbClr val="94A3B8"/>
                </a:solidFill>
                <a:latin typeface="Microsoft YaHei" panose="020B0503020204020204" pitchFamily="34" charset="-122"/>
              </a:rPr>
              <a:t>·</a:t>
            </a:r>
            <a:r>
              <a:rPr lang="ko-KR" altLang="en-US" sz="1000">
                <a:solidFill>
                  <a:srgbClr val="94A3B8"/>
                </a:solidFill>
                <a:latin typeface="Microsoft YaHei" panose="020B0503020204020204" pitchFamily="34" charset="-122"/>
              </a:rPr>
              <a:t>몬스터</a:t>
            </a:r>
            <a:r>
              <a:rPr lang="en-US" altLang="ko-KR" sz="1000">
                <a:solidFill>
                  <a:srgbClr val="94A3B8"/>
                </a:solidFill>
                <a:latin typeface="Microsoft YaHei" panose="020B0503020204020204" pitchFamily="34" charset="-122"/>
              </a:rPr>
              <a:t>·</a:t>
            </a:r>
            <a:r>
              <a:rPr lang="ko-KR" altLang="en-US" sz="1000">
                <a:solidFill>
                  <a:srgbClr val="94A3B8"/>
                </a:solidFill>
                <a:latin typeface="Microsoft YaHei" panose="020B0503020204020204" pitchFamily="34" charset="-122"/>
              </a:rPr>
              <a:t>신기록 순간에 표정으로 반응합니다</a:t>
            </a:r>
            <a:r>
              <a:rPr lang="en-US" altLang="ko-KR" sz="1000">
                <a:solidFill>
                  <a:srgbClr val="94A3B8"/>
                </a:solidFill>
                <a:latin typeface="Microsoft YaHei" panose="020B0503020204020204" pitchFamily="34" charset="-122"/>
              </a:rPr>
              <a:t>.</a:t>
            </a:r>
            <a:endParaRPr lang="zh-CN" altLang="en-US" sz="1000">
              <a:solidFill>
                <a:srgbClr val="94A3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8C3CBAB7-C5D1-5027-56D8-5051338E2B0E}"/>
              </a:ext>
            </a:extLst>
          </p:cNvPr>
          <p:cNvSpPr txBox="1"/>
          <p:nvPr/>
        </p:nvSpPr>
        <p:spPr>
          <a:xfrm>
            <a:off x="7721600" y="3962400"/>
            <a:ext cx="32258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200" b="1">
                <a:solidFill>
                  <a:srgbClr val="A3E635"/>
                </a:solidFill>
                <a:latin typeface="Microsoft YaHei" panose="020B0503020204020204" pitchFamily="34" charset="-122"/>
              </a:rPr>
              <a:t>실시간 공략 팁</a:t>
            </a:r>
            <a:endParaRPr lang="zh-CN" altLang="en-US" sz="1200" b="1">
              <a:solidFill>
                <a:srgbClr val="A3E63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644DD2A9-C532-5296-539C-40000161F80E}"/>
              </a:ext>
            </a:extLst>
          </p:cNvPr>
          <p:cNvSpPr txBox="1"/>
          <p:nvPr/>
        </p:nvSpPr>
        <p:spPr>
          <a:xfrm>
            <a:off x="7721600" y="4216400"/>
            <a:ext cx="32258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94A3B8"/>
                </a:solidFill>
                <a:latin typeface="Microsoft YaHei" panose="020B0503020204020204" pitchFamily="34" charset="-122"/>
              </a:rPr>
              <a:t>80</a:t>
            </a:r>
            <a:r>
              <a:rPr lang="ko-KR" altLang="en-US" sz="1000">
                <a:solidFill>
                  <a:srgbClr val="94A3B8"/>
                </a:solidFill>
                <a:latin typeface="Microsoft YaHei" panose="020B0503020204020204" pitchFamily="34" charset="-122"/>
              </a:rPr>
              <a:t>점 전후 몬스터를 예고하고</a:t>
            </a:r>
            <a:r>
              <a:rPr lang="en-US" altLang="ko-KR" sz="1000">
                <a:solidFill>
                  <a:srgbClr val="94A3B8"/>
                </a:solidFill>
                <a:latin typeface="Microsoft YaHei" panose="020B0503020204020204" pitchFamily="34" charset="-122"/>
              </a:rPr>
              <a:t>, 100</a:t>
            </a:r>
            <a:r>
              <a:rPr lang="ko-KR" altLang="en-US" sz="1000">
                <a:solidFill>
                  <a:srgbClr val="94A3B8"/>
                </a:solidFill>
                <a:latin typeface="Microsoft YaHei" panose="020B0503020204020204" pitchFamily="34" charset="-122"/>
              </a:rPr>
              <a:t>점마다 추가 알림과 상황별 팁을 제공합니다</a:t>
            </a:r>
            <a:r>
              <a:rPr lang="en-US" altLang="ko-KR" sz="1000">
                <a:solidFill>
                  <a:srgbClr val="94A3B8"/>
                </a:solidFill>
                <a:latin typeface="Microsoft YaHei" panose="020B0503020204020204" pitchFamily="34" charset="-122"/>
              </a:rPr>
              <a:t>.</a:t>
            </a:r>
            <a:endParaRPr lang="zh-CN" altLang="en-US" sz="1000">
              <a:solidFill>
                <a:srgbClr val="94A3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73DEFCEE-B83B-10ED-72CF-827215176192}"/>
              </a:ext>
            </a:extLst>
          </p:cNvPr>
          <p:cNvSpPr txBox="1"/>
          <p:nvPr/>
        </p:nvSpPr>
        <p:spPr>
          <a:xfrm>
            <a:off x="7721600" y="4622800"/>
            <a:ext cx="32258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200" b="1">
                <a:solidFill>
                  <a:srgbClr val="F470B6"/>
                </a:solidFill>
                <a:latin typeface="Microsoft YaHei" panose="020B0503020204020204" pitchFamily="34" charset="-122"/>
              </a:rPr>
              <a:t>취향에 맞게 설정</a:t>
            </a:r>
            <a:endParaRPr lang="zh-CN" altLang="en-US" sz="1200" b="1">
              <a:solidFill>
                <a:srgbClr val="F470B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611E50DB-F087-C339-DAB6-F1F1039E0629}"/>
              </a:ext>
            </a:extLst>
          </p:cNvPr>
          <p:cNvSpPr txBox="1"/>
          <p:nvPr/>
        </p:nvSpPr>
        <p:spPr>
          <a:xfrm>
            <a:off x="7721600" y="4889499"/>
            <a:ext cx="32258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000">
                <a:solidFill>
                  <a:srgbClr val="94A3B8"/>
                </a:solidFill>
                <a:latin typeface="Microsoft YaHei" panose="020B0503020204020204" pitchFamily="34" charset="-122"/>
              </a:rPr>
              <a:t>한국어</a:t>
            </a:r>
            <a:r>
              <a:rPr lang="en-US" altLang="ko-KR" sz="1000">
                <a:solidFill>
                  <a:srgbClr val="94A3B8"/>
                </a:solidFill>
                <a:latin typeface="Microsoft YaHei" panose="020B0503020204020204" pitchFamily="34" charset="-122"/>
              </a:rPr>
              <a:t>·</a:t>
            </a:r>
            <a:r>
              <a:rPr lang="ko-KR" altLang="en-US" sz="1000">
                <a:solidFill>
                  <a:srgbClr val="94A3B8"/>
                </a:solidFill>
                <a:latin typeface="Microsoft YaHei" panose="020B0503020204020204" pitchFamily="34" charset="-122"/>
              </a:rPr>
              <a:t>영어</a:t>
            </a:r>
            <a:r>
              <a:rPr lang="en-US" altLang="ko-KR" sz="1000">
                <a:solidFill>
                  <a:srgbClr val="94A3B8"/>
                </a:solidFill>
                <a:latin typeface="Microsoft YaHei" panose="020B0503020204020204" pitchFamily="34" charset="-122"/>
              </a:rPr>
              <a:t>·</a:t>
            </a:r>
            <a:r>
              <a:rPr lang="ko-KR" altLang="en-US" sz="1000">
                <a:solidFill>
                  <a:srgbClr val="94A3B8"/>
                </a:solidFill>
                <a:latin typeface="Microsoft YaHei" panose="020B0503020204020204" pitchFamily="34" charset="-122"/>
              </a:rPr>
              <a:t>이중 언어</a:t>
            </a:r>
            <a:r>
              <a:rPr lang="en-US" altLang="ko-KR" sz="1000">
                <a:solidFill>
                  <a:srgbClr val="94A3B8"/>
                </a:solidFill>
                <a:latin typeface="Microsoft YaHei" panose="020B0503020204020204" pitchFamily="34" charset="-122"/>
              </a:rPr>
              <a:t>, </a:t>
            </a:r>
            <a:r>
              <a:rPr lang="ko-KR" altLang="en-US" sz="1000">
                <a:solidFill>
                  <a:srgbClr val="94A3B8"/>
                </a:solidFill>
                <a:latin typeface="Microsoft YaHei" panose="020B0503020204020204" pitchFamily="34" charset="-122"/>
              </a:rPr>
              <a:t>말수와 도우미 켜기</a:t>
            </a:r>
            <a:r>
              <a:rPr lang="en-US" altLang="ko-KR" sz="1000">
                <a:solidFill>
                  <a:srgbClr val="94A3B8"/>
                </a:solidFill>
                <a:latin typeface="Microsoft YaHei" panose="020B0503020204020204" pitchFamily="34" charset="-122"/>
              </a:rPr>
              <a:t>/</a:t>
            </a:r>
            <a:r>
              <a:rPr lang="ko-KR" altLang="en-US" sz="1000">
                <a:solidFill>
                  <a:srgbClr val="94A3B8"/>
                </a:solidFill>
                <a:latin typeface="Microsoft YaHei" panose="020B0503020204020204" pitchFamily="34" charset="-122"/>
              </a:rPr>
              <a:t>끄기를 설정하고 고양이 위치도 드래그할 수 있습니다</a:t>
            </a:r>
            <a:r>
              <a:rPr lang="en-US" altLang="ko-KR" sz="1000">
                <a:solidFill>
                  <a:srgbClr val="94A3B8"/>
                </a:solidFill>
                <a:latin typeface="Microsoft YaHei" panose="020B0503020204020204" pitchFamily="34" charset="-122"/>
              </a:rPr>
              <a:t>.</a:t>
            </a:r>
            <a:endParaRPr lang="zh-CN" altLang="en-US" sz="1000">
              <a:solidFill>
                <a:srgbClr val="94A3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E6464558-026A-41B4-AF9D-C8B8D99EB850}"/>
              </a:ext>
            </a:extLst>
          </p:cNvPr>
          <p:cNvSpPr txBox="1"/>
          <p:nvPr/>
        </p:nvSpPr>
        <p:spPr>
          <a:xfrm>
            <a:off x="7721600" y="5232400"/>
            <a:ext cx="3429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000" b="1">
                <a:solidFill>
                  <a:srgbClr val="A3E635"/>
                </a:solidFill>
                <a:latin typeface="Microsoft YaHei" panose="020B0503020204020204" pitchFamily="34" charset="-122"/>
              </a:rPr>
              <a:t>모바일</a:t>
            </a:r>
            <a:r>
              <a:rPr lang="en-US" altLang="ko-KR" sz="1000" b="1">
                <a:solidFill>
                  <a:srgbClr val="A3E635"/>
                </a:solidFill>
                <a:latin typeface="Microsoft YaHei" panose="020B0503020204020204" pitchFamily="34" charset="-122"/>
              </a:rPr>
              <a:t>: </a:t>
            </a:r>
            <a:r>
              <a:rPr lang="ko-KR" altLang="en-US" sz="1000" b="1">
                <a:solidFill>
                  <a:srgbClr val="A3E635"/>
                </a:solidFill>
                <a:latin typeface="Microsoft YaHei" panose="020B0503020204020204" pitchFamily="34" charset="-122"/>
              </a:rPr>
              <a:t>스와이프 </a:t>
            </a:r>
            <a:r>
              <a:rPr lang="en-US" altLang="ko-KR" sz="1000" b="1">
                <a:solidFill>
                  <a:srgbClr val="A3E635"/>
                </a:solidFill>
                <a:latin typeface="Microsoft YaHei" panose="020B0503020204020204" pitchFamily="34" charset="-122"/>
              </a:rPr>
              <a:t>· </a:t>
            </a:r>
            <a:r>
              <a:rPr lang="ko-KR" altLang="en-US" sz="1000" b="1">
                <a:solidFill>
                  <a:srgbClr val="A3E635"/>
                </a:solidFill>
                <a:latin typeface="Microsoft YaHei" panose="020B0503020204020204" pitchFamily="34" charset="-122"/>
              </a:rPr>
              <a:t>방향 패드 </a:t>
            </a:r>
            <a:r>
              <a:rPr lang="en-US" altLang="ko-KR" sz="1000" b="1">
                <a:solidFill>
                  <a:srgbClr val="A3E635"/>
                </a:solidFill>
                <a:latin typeface="Microsoft YaHei" panose="020B0503020204020204" pitchFamily="34" charset="-122"/>
              </a:rPr>
              <a:t>· </a:t>
            </a:r>
            <a:r>
              <a:rPr lang="ko-KR" altLang="en-US" sz="1000" b="1">
                <a:solidFill>
                  <a:srgbClr val="A3E635"/>
                </a:solidFill>
                <a:latin typeface="Microsoft YaHei" panose="020B0503020204020204" pitchFamily="34" charset="-122"/>
              </a:rPr>
              <a:t>진동 피드백</a:t>
            </a:r>
            <a:endParaRPr lang="zh-CN" altLang="en-US" sz="1000" b="1">
              <a:solidFill>
                <a:srgbClr val="A3E63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3752F1F7-223E-D986-5482-62DCDAB2432C}"/>
              </a:ext>
            </a:extLst>
          </p:cNvPr>
          <p:cNvSpPr txBox="1"/>
          <p:nvPr/>
        </p:nvSpPr>
        <p:spPr>
          <a:xfrm>
            <a:off x="7721600" y="5676900"/>
            <a:ext cx="32258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endParaRPr lang="zh-CN" altLang="en-US" sz="900">
              <a:solidFill>
                <a:srgbClr val="94A3B8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17092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2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animBg="1"/>
      <p:bldP spid="19" grpId="0" animBg="1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339</Words>
  <Application>Microsoft Office PowerPoint</Application>
  <PresentationFormat>宽屏</PresentationFormat>
  <Paragraphs>57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9" baseType="lpstr">
      <vt:lpstr>Malgun Gothic</vt:lpstr>
      <vt:lpstr>等线</vt:lpstr>
      <vt:lpstr>等线 Light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主灵 徐</dc:creator>
  <cp:lastModifiedBy>主灵 徐</cp:lastModifiedBy>
  <cp:revision>11</cp:revision>
  <dcterms:created xsi:type="dcterms:W3CDTF">2026-10-21T04:55:17Z</dcterms:created>
  <dcterms:modified xsi:type="dcterms:W3CDTF">2026-10-21T08:17:07Z</dcterms:modified>
</cp:coreProperties>
</file>